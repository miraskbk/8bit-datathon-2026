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cbc0111b4ed4843" /><Relationship Type="http://schemas.openxmlformats.org/officeDocument/2006/relationships/extended-properties" Target="/docProps/app.xml" Id="R81da1ab919ec42cb" /><Relationship Type="http://schemas.openxmlformats.org/officeDocument/2006/relationships/officeDocument" Target="/ppt/presentation.xml" Id="Ra5cfd5213a9744c3" /></Relationships>
</file>

<file path=ppt/presentation.xml><?xml version="1.0" encoding="utf-8"?>
<p:presentation xmlns:p="http://schemas.openxmlformats.org/presentationml/2006/main">
  <p:sldMasterIdLst>
    <p:sldMasterId xmlns:r="http://schemas.openxmlformats.org/officeDocument/2006/relationships" id="2147483648" r:id="R221b09a5171e4e80"/>
  </p:sldMasterIdLst>
  <p:notesMasterIdLst>
    <p:notesMasterId xmlns:r="http://schemas.openxmlformats.org/officeDocument/2006/relationships" r:id="R4f107a5e155f4e8a"/>
  </p:notesMasterIdLst>
  <p:sldIdLst>
    <p:sldId xmlns:r="http://schemas.openxmlformats.org/officeDocument/2006/relationships" id="256" r:id="Ra47f9775aede49e9"/>
    <p:sldId xmlns:r="http://schemas.openxmlformats.org/officeDocument/2006/relationships" id="257" r:id="R0f468e0eaff74c5f"/>
    <p:sldId xmlns:r="http://schemas.openxmlformats.org/officeDocument/2006/relationships" id="258" r:id="Rfd2e206e290a4cef"/>
    <p:sldId xmlns:r="http://schemas.openxmlformats.org/officeDocument/2006/relationships" id="259" r:id="R8350a3c828bc420f"/>
    <p:sldId xmlns:r="http://schemas.openxmlformats.org/officeDocument/2006/relationships" id="260" r:id="Rfa02d61a1ce64de1"/>
    <p:sldId xmlns:r="http://schemas.openxmlformats.org/officeDocument/2006/relationships" id="261" r:id="R792d78e03f5e4870"/>
    <p:sldId xmlns:r="http://schemas.openxmlformats.org/officeDocument/2006/relationships" id="262" r:id="R9273d44dfb1443bd"/>
    <p:sldId xmlns:r="http://schemas.openxmlformats.org/officeDocument/2006/relationships" id="263" r:id="Re3e3882001174002"/>
    <p:sldId xmlns:r="http://schemas.openxmlformats.org/officeDocument/2006/relationships" id="264" r:id="Re0f4a28704ca4907"/>
    <p:sldId xmlns:r="http://schemas.openxmlformats.org/officeDocument/2006/relationships" id="265" r:id="R750058282926412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c38218a304d414b" /><Relationship Type="http://schemas.openxmlformats.org/officeDocument/2006/relationships/slideMaster" Target="/ppt/slideMasters/slideMaster1.xml" Id="R221b09a5171e4e80" /><Relationship Type="http://schemas.openxmlformats.org/officeDocument/2006/relationships/notesMaster" Target="/ppt/notesMasters/notesMaster1.xml" Id="R4f107a5e155f4e8a" /><Relationship Type="http://schemas.openxmlformats.org/officeDocument/2006/relationships/presProps" Target="/ppt/presProps.xml" Id="R3067557da4e24aca" /><Relationship Type="http://schemas.openxmlformats.org/officeDocument/2006/relationships/tableStyles" Target="/ppt/tableStyles.xml" Id="Red15891c64124170" /><Relationship Type="http://schemas.openxmlformats.org/officeDocument/2006/relationships/slide" Target="/ppt/slides/slide1.xml" Id="Ra47f9775aede49e9" /><Relationship Type="http://schemas.openxmlformats.org/officeDocument/2006/relationships/slide" Target="/ppt/slides/slide2.xml" Id="R0f468e0eaff74c5f" /><Relationship Type="http://schemas.openxmlformats.org/officeDocument/2006/relationships/slide" Target="/ppt/slides/slide3.xml" Id="Rfd2e206e290a4cef" /><Relationship Type="http://schemas.openxmlformats.org/officeDocument/2006/relationships/slide" Target="/ppt/slides/slide4.xml" Id="R8350a3c828bc420f" /><Relationship Type="http://schemas.openxmlformats.org/officeDocument/2006/relationships/slide" Target="/ppt/slides/slide5.xml" Id="Rfa02d61a1ce64de1" /><Relationship Type="http://schemas.openxmlformats.org/officeDocument/2006/relationships/slide" Target="/ppt/slides/slide6.xml" Id="R792d78e03f5e4870" /><Relationship Type="http://schemas.openxmlformats.org/officeDocument/2006/relationships/slide" Target="/ppt/slides/slide7.xml" Id="R9273d44dfb1443bd" /><Relationship Type="http://schemas.openxmlformats.org/officeDocument/2006/relationships/slide" Target="/ppt/slides/slide8.xml" Id="Re3e3882001174002" /><Relationship Type="http://schemas.openxmlformats.org/officeDocument/2006/relationships/slide" Target="/ppt/slides/slide9.xml" Id="Re0f4a28704ca4907" /><Relationship Type="http://schemas.openxmlformats.org/officeDocument/2006/relationships/slide" Target="/ppt/slides/slide10.xml" Id="R75005828292641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8993e34ecd4f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693ff8d1734188" /><Relationship Type="http://schemas.openxmlformats.org/officeDocument/2006/relationships/notesMaster" Target="/ppt/notesMasters/notesMaster1.xml" Id="Rb12d13de8bc944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25ab0f0c884d44" /><Relationship Type="http://schemas.openxmlformats.org/officeDocument/2006/relationships/notesMaster" Target="/ppt/notesMasters/notesMaster1.xml" Id="Rd1ea3a9fe86944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5547b447ea8143e3" /><Relationship Type="http://schemas.openxmlformats.org/officeDocument/2006/relationships/notesMaster" Target="/ppt/notesMasters/notesMaster1.xml" Id="Rb13d37ca467c4e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e7bfb53202433c" /><Relationship Type="http://schemas.openxmlformats.org/officeDocument/2006/relationships/notesMaster" Target="/ppt/notesMasters/notesMaster1.xml" Id="R6ec2500bcca448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547762a61ba4415" /><Relationship Type="http://schemas.openxmlformats.org/officeDocument/2006/relationships/notesMaster" Target="/ppt/notesMasters/notesMaster1.xml" Id="R8770dc3af2c34e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30bf012cf54252" /><Relationship Type="http://schemas.openxmlformats.org/officeDocument/2006/relationships/notesMaster" Target="/ppt/notesMasters/notesMaster1.xml" Id="R104de1cb25834e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74264c7c9434e01" /><Relationship Type="http://schemas.openxmlformats.org/officeDocument/2006/relationships/notesMaster" Target="/ppt/notesMasters/notesMaster1.xml" Id="R885df4028a6b470f" /></Relationships>
</file>

<file path=ppt/notesSlides/_rels/notesSlide8.xml.rels>&#65279;<?xml version="1.0" encoding="utf-8"?><Relationships xmlns="http://schemas.openxmlformats.org/package/2006/relationships"><Relationship Type="http://schemas.openxmlformats.org/officeDocument/2006/relationships/slide" Target="/ppt/slides/slide8.xml" Id="Rb66be99697af4131" /><Relationship Type="http://schemas.openxmlformats.org/officeDocument/2006/relationships/notesMaster" Target="/ppt/notesMasters/notesMaster1.xml" Id="Ra59872dba0e04f8e"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9d7727597e4c39" /><Relationship Type="http://schemas.openxmlformats.org/officeDocument/2006/relationships/notesMaster" Target="/ppt/notesMasters/notesMaster1.xml" Id="R113617f1bbb24ca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7671fb385004601" /><Relationship Type="http://schemas.openxmlformats.org/officeDocument/2006/relationships/notesMaster" Target="/ppt/notesMasters/notesMaster1.xml" Id="Reaa57f2038b84bf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 seconds</a:t>
            </a:r>
          </a:p>
          <a:p xmlns:a="http://schemas.openxmlformats.org/drawingml/2006/main">
            <a:r>
              <a:t/>
            </a:r>
          </a:p>
          <a:p xmlns:a="http://schemas.openxmlformats.org/drawingml/2006/main">
            <a:r>
              <a:t>We built 8bit to help a reviewer inspect possible cash-discipline violations in video. The reviewer receives the moment, evidence and a regulatory reference in one place. All models execute inside our service. The output supports a human decision.</a:t>
            </a:r>
          </a:p>
          <a:p xmlns:a="http://schemas.openxmlformats.org/drawingml/2006/main">
            <a:r>
              <a:t/>
            </a:r>
          </a:p>
          <a:p xmlns:a="http://schemas.openxmlformats.org/drawingml/2006/main">
            <a:r>
              <a:t>Sources:</a:t>
            </a:r>
          </a:p>
          <a:p xmlns:a="http://schemas.openxmlformats.org/drawingml/2006/main">
            <a:r>
              <a:t>https://github.com/miraskbk/8bit-datathon-2026/blob/main/README.md</a:t>
            </a:r>
          </a:p>
          <a:p xmlns:a="http://schemas.openxmlformats.org/drawingml/2006/main">
            <a:r>
              <a:t>ForteBank Datathon 26 brief, sections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35 seconds</a:t>
            </a:r>
          </a:p>
          <a:p xmlns:a="http://schemas.openxmlformats.org/drawingml/2006/main">
            <a:r>
              <a:t/>
            </a:r>
          </a:p>
          <a:p xmlns:a="http://schemas.openxmlformats.org/drawingml/2006/main">
            <a:r>
              <a:t>The browser accepts MOV video, starts analysis and polls the same API the jury will use. It shows processing state and the job ID. Each flag includes a type, a timestamp, one to three complete evidence frames, and a rule reference. Clicking the timestamp seeks the preview. The screenshot shows the actual empty interface. It contains no organizer recording. A no-violation result has an empty event list, while a failed analysis has no verdict.</a:t>
            </a:r>
          </a:p>
          <a:p xmlns:a="http://schemas.openxmlformats.org/drawingml/2006/main">
            <a:r>
              <a:t/>
            </a:r>
          </a:p>
          <a:p xmlns:a="http://schemas.openxmlformats.org/drawingml/2006/main">
            <a:r>
              <a:t>Sources:</a:t>
            </a:r>
          </a:p>
          <a:p xmlns:a="http://schemas.openxmlformats.org/drawingml/2006/main">
            <a:r>
              <a:t>https://github.com/miraskbk/8bit-datathon-2026/blob/main/app/static/index.html</a:t>
            </a:r>
          </a:p>
          <a:p xmlns:a="http://schemas.openxmlformats.org/drawingml/2006/main">
            <a:r>
              <a:t>https://github.com/miraskbk/8bit-datathon-2026/blob/main/app/static/app.js</a:t>
            </a:r>
          </a:p>
          <a:p xmlns:a="http://schemas.openxmlformats.org/drawingml/2006/main">
            <a:r>
              <a:t>Product screenshot captured locally from the release candidate, empty upload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a:t>
            </a:r>
          </a:p>
          <a:p xmlns:a="http://schemas.openxmlformats.org/drawingml/2006/main">
            <a:r>
              <a:t/>
            </a:r>
          </a:p>
          <a:p xmlns:a="http://schemas.openxmlformats.org/drawingml/2006/main">
            <a:r>
              <a:t>The API validates and stores a private job, then a supervised process handles inference. RT-DETRv2 and OWLv2 find people, objects and scene regions. DINOv2 features and small state classifiers support safe and cash checks. Local Qwen answers a limited set of screen and door questions. Rules combine these observations over time and select evidence. The tested Mac uses Qwen3-VL-8B in MLX four-bit format. The Linux recipe uses Qwen3-VL-4B with Transformers, so it needs its own benchmark. No video, frame or generated description goes to a cloud AI API.</a:t>
            </a:r>
          </a:p>
          <a:p xmlns:a="http://schemas.openxmlformats.org/drawingml/2006/main">
            <a:r>
              <a:t/>
            </a:r>
          </a:p>
          <a:p xmlns:a="http://schemas.openxmlformats.org/drawingml/2006/main">
            <a:r>
              <a:t>Sources:</a:t>
            </a:r>
          </a:p>
          <a:p xmlns:a="http://schemas.openxmlformats.org/drawingml/2006/main">
            <a:r>
              <a:t>https://github.com/miraskbk/8bit-datathon-2026/blob/main/docs/CASHGUARD_INTEGRATION.md</a:t>
            </a:r>
          </a:p>
          <a:p xmlns:a="http://schemas.openxmlformats.org/drawingml/2006/main">
            <a:r>
              <a:t>https://github.com/miraskbk/8bit-datathon-2026/blob/main/tools/download_event_models.py</a:t>
            </a:r>
          </a:p>
          <a:p xmlns:a="http://schemas.openxmlformats.org/drawingml/2006/main">
            <a:r>
              <a:t>https://github.com/miraskbk/8bit-datathon-2026/blob/main/app/cashguard/pipeline.py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 seconds</a:t>
            </a:r>
          </a:p>
          <a:p xmlns:a="http://schemas.openxmlformats.org/drawingml/2006/main">
            <a:r>
              <a:t/>
            </a:r>
          </a:p>
          <a:p xmlns:a="http://schemas.openxmlformats.org/drawingml/2006/main">
            <a:r>
              <a:t>We separate an observation from facts the video cannot establish. A person behind the desk does not prove they lack permission. A short bag handoff does not prove there was no inspection outside the recording. An active screen in a short clip does not prove a breach of a thirty-minute automatic-lock requirement. We return the Kazakhstan source and disclose indirect relationships. The source snapshots and interpretation are documented, but current wording and applicability need review before bank deployment.</a:t>
            </a:r>
          </a:p>
          <a:p xmlns:a="http://schemas.openxmlformats.org/drawingml/2006/main">
            <a:r>
              <a:t/>
            </a:r>
          </a:p>
          <a:p xmlns:a="http://schemas.openxmlformats.org/drawingml/2006/main">
            <a:r>
              <a:t>Sources:</a:t>
            </a:r>
          </a:p>
          <a:p xmlns:a="http://schemas.openxmlformats.org/drawingml/2006/main">
            <a:r>
              <a:t>https://github.com/miraskbk/8bit-datathon-2026/blob/main/docs/npa_registry.md</a:t>
            </a:r>
          </a:p>
          <a:p xmlns:a="http://schemas.openxmlformats.org/drawingml/2006/main">
            <a:r>
              <a:t>https://github.com/miraskbk/8bit-datathon-2026/blob/main/docs/npa_workstation_lock.md</a:t>
            </a:r>
          </a:p>
          <a:p xmlns:a="http://schemas.openxmlformats.org/drawingml/2006/main">
            <a:r>
              <a:t>https://adilet.zan.kz/rus/docs/V1900019680</a:t>
            </a:r>
          </a:p>
          <a:p xmlns:a="http://schemas.openxmlformats.org/drawingml/2006/main">
            <a:r>
              <a:t>https://adilet.zan.kz/rus/docs/V2000020075</a:t>
            </a:r>
          </a:p>
          <a:p xmlns:a="http://schemas.openxmlformats.org/drawingml/2006/main">
            <a:r>
              <a:t>https://adilet.zan.kz/rus/docs/V2600038336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 seconds</a:t>
            </a:r>
          </a:p>
          <a:p xmlns:a="http://schemas.openxmlformats.org/drawingml/2006/main">
            <a:r>
              <a:t/>
            </a:r>
          </a:p>
          <a:p xmlns:a="http://schemas.openxmlformats.org/drawingml/2006/main">
            <a:r>
              <a:t>All forty unique source videos completed. Thirty-two verdicts were correct: fourteen true positives and eighteen true negatives. We missed seven positives and produced one false alarm. That gives eighty percent video accuracy and sixty-six point seven percent positive recall. Median processing took twenty point eight eight seconds, with a maximum of one hundred twenty point seven one. These are development regression results. The imported classifiers trained on organizer footage, so we do not present this as unseen-camera accuracy. Timestamp and per-type accuracy still need independent labels. Improving missed events on a new camera is a central next step.</a:t>
            </a:r>
          </a:p>
          <a:p xmlns:a="http://schemas.openxmlformats.org/drawingml/2006/main">
            <a:r>
              <a:t/>
            </a:r>
          </a:p>
          <a:p xmlns:a="http://schemas.openxmlformats.org/drawingml/2006/main">
            <a:r>
              <a:t>Sources:</a:t>
            </a:r>
          </a:p>
          <a:p xmlns:a="http://schemas.openxmlformats.org/drawingml/2006/main">
            <a:r>
              <a:t>https://github.com/miraskbk/8bit-datathon-2026/blob/main/docs/EVALUATION.md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 seconds</a:t>
            </a:r>
          </a:p>
          <a:p xmlns:a="http://schemas.openxmlformats.org/drawingml/2006/main">
            <a:r>
              <a:t/>
            </a:r>
          </a:p>
          <a:p xmlns:a="http://schemas.openxmlformats.org/drawingml/2006/main">
            <a:r>
              <a:t>The required API is implemented exactly as two steps. The jury uploads a MOV file in the multipart file field, receives a job ID, and polls processing, done or failed. Both endpoints require X-API-Key. The completed response includes the mandatory fields, plus regulatory references and coverage metadata. The guide is served locally without a CDN dependency. We provide a Caddy HTTPS and GPU deployment recipe and a private handoff generator. We have not provisioned a public host yet, so remote jury access is a remaining submission gate.</a:t>
            </a:r>
          </a:p>
          <a:p xmlns:a="http://schemas.openxmlformats.org/drawingml/2006/main">
            <a:r>
              <a:t/>
            </a:r>
          </a:p>
          <a:p xmlns:a="http://schemas.openxmlformats.org/drawingml/2006/main">
            <a:r>
              <a:t>Sources:</a:t>
            </a:r>
          </a:p>
          <a:p xmlns:a="http://schemas.openxmlformats.org/drawingml/2006/main">
            <a:r>
              <a:t>https://github.com/miraskbk/8bit-datathon-2026/blob/main/app/main.py</a:t>
            </a:r>
          </a:p>
          <a:p xmlns:a="http://schemas.openxmlformats.org/drawingml/2006/main">
            <a:r>
              <a:t>https://github.com/miraskbk/8bit-datathon-2026/blob/main/app/schemas.py</a:t>
            </a:r>
          </a:p>
          <a:p xmlns:a="http://schemas.openxmlformats.org/drawingml/2006/main">
            <a:r>
              <a:t>https://github.com/miraskbk/8bit-datathon-2026/blob/main/docs/DEPLOYMENT.md</a:t>
            </a:r>
          </a:p>
          <a:p xmlns:a="http://schemas.openxmlformats.org/drawingml/2006/main">
            <a:r>
              <a:t>Product screenshot captured locally from the release candidate, no key entered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35 seconds</a:t>
            </a:r>
          </a:p>
          <a:p xmlns:a="http://schemas.openxmlformats.org/drawingml/2006/main">
            <a:r>
              <a:t/>
            </a:r>
          </a:p>
          <a:p xmlns:a="http://schemas.openxmlformats.org/drawingml/2006/main">
            <a:r>
              <a:t>We checked twenty-seven Python tests and the desktop and mobile browser flow with synthetic fixtures. A real local positive and negative HTTP smoke test also completed with valid evidence contracts. Those checks establish integration behavior, not independent detection quality. We enforce upload limits, bounded admission and a supervised deadline. Original recordings are deleted after processing, results expire by retention time, and model failures never turn into no-violation results. The deployment adds HTTPS and an isolated inference network. It still needs validation on the real public host.</a:t>
            </a:r>
          </a:p>
          <a:p xmlns:a="http://schemas.openxmlformats.org/drawingml/2006/main">
            <a:r>
              <a:t/>
            </a:r>
          </a:p>
          <a:p xmlns:a="http://schemas.openxmlformats.org/drawingml/2006/main">
            <a:r>
              <a:t>Sources:</a:t>
            </a:r>
          </a:p>
          <a:p xmlns:a="http://schemas.openxmlformats.org/drawingml/2006/main">
            <a:r>
              <a:t>https://github.com/miraskbk/8bit-datathon-2026/blob/main/docs/EVALUATION.md</a:t>
            </a:r>
          </a:p>
          <a:p xmlns:a="http://schemas.openxmlformats.org/drawingml/2006/main">
            <a:r>
              <a:t>https://github.com/miraskbk/8bit-datathon-2026/blob/main/tests/test_production_contract.py</a:t>
            </a:r>
          </a:p>
          <a:p xmlns:a="http://schemas.openxmlformats.org/drawingml/2006/main">
            <a:r>
              <a:t>https://github.com/miraskbk/8bit-datathon-2026/blob/main/tests/browser.mjs</a:t>
            </a:r>
          </a:p>
          <a:p xmlns:a="http://schemas.openxmlformats.org/drawingml/2006/main">
            <a:r>
              <a:t>https://github.com/miraskbk/8bit-datathon-2026/blob/main/docs/DEPLOYMENT.md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35 seconds</a:t>
            </a:r>
          </a:p>
          <a:p xmlns:a="http://schemas.openxmlformats.org/drawingml/2006/main">
            <a:r>
              <a:t/>
            </a:r>
          </a:p>
          <a:p xmlns:a="http://schemas.openxmlformats.org/drawingml/2006/main">
            <a:r>
              <a:t>The next step is a controlled pilot using permitted clips from an independent camera view. We want to measure recall, false alarms, timestamp error and whether the evidence actually supports the observation. Before judging, we must provision the public GPU service and privately hand over the URL and key. We also disclose that the integrated CashGuard implementation is MIT-licensed, while the brief bans ready-made solutions. Organizer approval for that reuse remains unresolved. We can demonstrate the local product today, with those limits stated clearly.</a:t>
            </a:r>
          </a:p>
          <a:p xmlns:a="http://schemas.openxmlformats.org/drawingml/2006/main">
            <a:r>
              <a:t/>
            </a:r>
          </a:p>
          <a:p xmlns:a="http://schemas.openxmlformats.org/drawingml/2006/main">
            <a:r>
              <a:t>Sources:</a:t>
            </a:r>
          </a:p>
          <a:p xmlns:a="http://schemas.openxmlformats.org/drawingml/2006/main">
            <a:r>
              <a:t>https://github.com/miraskbk/8bit-datathon-2026/blob/main/docs/JURY_REQUIREMENTS.md</a:t>
            </a:r>
          </a:p>
          <a:p xmlns:a="http://schemas.openxmlformats.org/drawingml/2006/main">
            <a:r>
              <a:t>https://github.com/miraskbk/8bit-datathon-2026/blob/main/third_party/CASHGUARD_NOTICE.md</a:t>
            </a:r>
          </a:p>
          <a:p xmlns:a="http://schemas.openxmlformats.org/drawingml/2006/main">
            <a:r>
              <a:t>ForteBank Datathon 26 brief, section 8 and FAQ 23/24/35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for questions about event coverage. Every category describes a visible indicator. Some regulatory relationships are indirect and require context. G drinking and L screen-state matches are particularly indirect. The production pipeline does not verify accounting correctness, document return or banknote authenticity. The type names use cautious wording to avoid treating hidden facts as established.</a:t>
            </a:r>
          </a:p>
          <a:p xmlns:a="http://schemas.openxmlformats.org/drawingml/2006/main">
            <a:r>
              <a:t/>
            </a:r>
          </a:p>
          <a:p xmlns:a="http://schemas.openxmlformats.org/drawingml/2006/main">
            <a:r>
              <a:t>Sources:</a:t>
            </a:r>
          </a:p>
          <a:p xmlns:a="http://schemas.openxmlformats.org/drawingml/2006/main">
            <a:r>
              <a:t>https://github.com/miraskbk/8bit-datathon-2026/blob/main/README.md</a:t>
            </a:r>
          </a:p>
          <a:p xmlns:a="http://schemas.openxmlformats.org/drawingml/2006/main">
            <a:r>
              <a:t>https://github.com/miraskbk/8bit-datathon-2026/blob/main/app/cashguard_adapter.py</a:t>
            </a:r>
          </a:p>
          <a:p xmlns:a="http://schemas.openxmlformats.org/drawingml/2006/main">
            <a:r>
              <a:t>https://github.com/miraskbk/8bit-datathon-2026/blob/main/app/cashguard/registry.py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answers concrete. The twenty-seven tests check software contracts and boundaries, not unseen accuracy. The source-set study includes seven missed positives, so no claim of negligible misses is supported. Public deployment, CUDA timings and competition reuse approval are pending. Licensing permission and competition eligibility are separate questions. A bank production deployment requires its own governance, security and independent acceptance process.</a:t>
            </a:r>
          </a:p>
          <a:p xmlns:a="http://schemas.openxmlformats.org/drawingml/2006/main">
            <a:r>
              <a:t/>
            </a:r>
          </a:p>
          <a:p xmlns:a="http://schemas.openxmlformats.org/drawingml/2006/main">
            <a:r>
              <a:t>Sources:</a:t>
            </a:r>
          </a:p>
          <a:p xmlns:a="http://schemas.openxmlformats.org/drawingml/2006/main">
            <a:r>
              <a:t>https://github.com/miraskbk/8bit-datathon-2026/blob/main/docs/JURY_REQUIREMENTS.md</a:t>
            </a:r>
          </a:p>
          <a:p xmlns:a="http://schemas.openxmlformats.org/drawingml/2006/main">
            <a:r>
              <a:t>https://github.com/miraskbk/8bit-datathon-2026/blob/main/docs/EVALUATION.md</a:t>
            </a:r>
          </a:p>
          <a:p xmlns:a="http://schemas.openxmlformats.org/drawingml/2006/main">
            <a:r>
              <a:t>https://github.com/miraskbk/8bit-datathon-2026/blob/main/third_party/CASHGUARD_NOTICE.md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f1c4d809a79424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72846eff95c471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7f2361108bc417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53d5ffd4d3149f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a8292c44e054ef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0bcf13a59ed40c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FD3A40-0EDF-4F30-A2A4-4CB7B9D230D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CE3F404-9DCF-4B1B-9F8E-B26D0CE593B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4817666-ED3C-4398-8551-9B74D19538C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14F0E6-4B6D-4AD6-9674-0F35514EEC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B9B7508-76D0-4032-979D-E631740A889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82E8D5B-4382-423D-AA64-171F7CAAA8C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28C5170-35B1-4FA4-8CC0-FB49748BAB9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4EAA5D4-DA0C-4076-AF85-5AFDD83EB1F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5E249F-ABAC-4AD0-948B-8084007F47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429C90E-1230-4260-83DD-E1EF81F15E4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e74052d645e49ea" /><Relationship Type="http://schemas.openxmlformats.org/officeDocument/2006/relationships/slideLayout" Target="/ppt/slideLayouts/slideLayout1.xml" Id="R08346b5f52a1426b" /><Relationship Type="http://schemas.openxmlformats.org/officeDocument/2006/relationships/slideLayout" Target="/ppt/slideLayouts/slideLayout2.xml" Id="Rb95aa76a059845ba" /><Relationship Type="http://schemas.openxmlformats.org/officeDocument/2006/relationships/slideLayout" Target="/ppt/slideLayouts/slideLayout3.xml" Id="R81d4c4bf9b5e4f8c" /><Relationship Type="http://schemas.openxmlformats.org/officeDocument/2006/relationships/slideLayout" Target="/ppt/slideLayouts/slideLayout4.xml" Id="R0203d819dc91496f" /><Relationship Type="http://schemas.openxmlformats.org/officeDocument/2006/relationships/slideLayout" Target="/ppt/slideLayouts/slideLayout5.xml" Id="Rc7b624a172b24da9" /><Relationship Type="http://schemas.openxmlformats.org/officeDocument/2006/relationships/slideLayout" Target="/ppt/slideLayouts/slideLayout6.xml" Id="R08738d228f2942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8346b5f52a1426b"/>
    <p:sldLayoutId xmlns:r="http://schemas.openxmlformats.org/officeDocument/2006/relationships" id="2147483650" r:id="Rb95aa76a059845ba"/>
    <p:sldLayoutId xmlns:r="http://schemas.openxmlformats.org/officeDocument/2006/relationships" id="2147483651" r:id="R81d4c4bf9b5e4f8c"/>
    <p:sldLayoutId xmlns:r="http://schemas.openxmlformats.org/officeDocument/2006/relationships" id="2147483652" r:id="R0203d819dc91496f"/>
    <p:sldLayoutId xmlns:r="http://schemas.openxmlformats.org/officeDocument/2006/relationships" id="2147483653" r:id="Rc7b624a172b24da9"/>
    <p:sldLayoutId xmlns:r="http://schemas.openxmlformats.org/officeDocument/2006/relationships" id="2147483654" r:id="R08738d228f2942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ae20953335b4458" /><Relationship Type="http://schemas.openxmlformats.org/officeDocument/2006/relationships/notesSlide" Target="/ppt/notesSlides/notesSlide1.xml" Id="Rab50157658c54d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c9fa60a6ab74544" /><Relationship Type="http://schemas.openxmlformats.org/officeDocument/2006/relationships/image" Target="/ppt/media/image.png" Id="R9f0aa64db1e7499d" /><Relationship Type="http://schemas.openxmlformats.org/officeDocument/2006/relationships/notesSlide" Target="/ppt/notesSlides/notesSlide2.xml" Id="R5e2093511eae4c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318890e91e04943" /><Relationship Type="http://schemas.openxmlformats.org/officeDocument/2006/relationships/notesSlide" Target="/ppt/notesSlides/notesSlide3.xml" Id="R4d5a52761de047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46377ed415444c7" /><Relationship Type="http://schemas.openxmlformats.org/officeDocument/2006/relationships/notesSlide" Target="/ppt/notesSlides/notesSlide4.xml" Id="Rcce52e0c3b9b46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883f280d0ea48b3" /><Relationship Type="http://schemas.openxmlformats.org/officeDocument/2006/relationships/chart" Target="/ppt/slides/charts/chart1.xml" Id="R03b75168a57b4e12" /><Relationship Type="http://schemas.openxmlformats.org/officeDocument/2006/relationships/notesSlide" Target="/ppt/notesSlides/notesSlide5.xml" Id="R20dc1ec155224f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aaf717243004186" /><Relationship Type="http://schemas.openxmlformats.org/officeDocument/2006/relationships/image" Target="/ppt/media/image2.png" Id="Rf4173275cddc43b9" /><Relationship Type="http://schemas.openxmlformats.org/officeDocument/2006/relationships/notesSlide" Target="/ppt/notesSlides/notesSlide6.xml" Id="R834430c0f7494c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a7b6f026e72437a" /><Relationship Type="http://schemas.openxmlformats.org/officeDocument/2006/relationships/notesSlide" Target="/ppt/notesSlides/notesSlide7.xml" Id="R4322d8dcc503402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a359c593adf492f" /><Relationship Type="http://schemas.openxmlformats.org/officeDocument/2006/relationships/hyperlink" Target="https://github.com/miraskbk/8bit-datathon-2026" TargetMode="External" Id="R7f30fa3bf70c4059" /><Relationship Type="http://schemas.openxmlformats.org/officeDocument/2006/relationships/notesSlide" Target="/ppt/notesSlides/notesSlide8.xml" Id="Raa93ed8be12949c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6c09caf75a24680" /><Relationship Type="http://schemas.openxmlformats.org/officeDocument/2006/relationships/notesSlide" Target="/ppt/notesSlides/notesSlide9.xml" Id="R0309e35b80ea426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d947f8ba7c347a3" /><Relationship Type="http://schemas.openxmlformats.org/officeDocument/2006/relationships/notesSlide" Target="/ppt/notesSlides/notesSlide10.xml" Id="R305f23e043d9447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Correct verdict</c:v>
          </c:tx>
          <c:spPr>
            <a:solidFill xmlns:a="http://schemas.openxmlformats.org/drawingml/2006/main">
              <a:srgbClr val="24745B"/>
            </a:solidFill>
          </c:spPr>
          <c:invertIfNegative val="0"/>
          <c:cat>
            <c:strRef>
              <c:f>'Chart Data'!$A$2:$A$3</c:f>
              <c:strCache>
                <c:ptCount val="2"/>
                <c:pt idx="0">
                  <c:v>Positive clips</c:v>
                </c:pt>
                <c:pt idx="1">
                  <c:v>Negative clips</c:v>
                </c:pt>
              </c:strCache>
            </c:strRef>
          </c:cat>
          <c:val>
            <c:numRef>
              <c:f>'Chart Data'!$B$2:$B$3</c:f>
              <c:numCache>
                <c:formatCode>General</c:formatCode>
                <c:ptCount val="2"/>
                <c:pt idx="0">
                  <c:v>14</c:v>
                </c:pt>
                <c:pt idx="1">
                  <c:v>18</c:v>
                </c:pt>
              </c:numCache>
            </c:numRef>
          </c:val>
        </c:ser>
        <c:ser>
          <c:idx val="1"/>
          <c:order val="1"/>
          <c:tx>
            <c:v>Incorrect verdict</c:v>
          </c:tx>
          <c:spPr>
            <a:solidFill xmlns:a="http://schemas.openxmlformats.org/drawingml/2006/main">
              <a:srgbClr val="B63350"/>
            </a:solidFill>
          </c:spPr>
          <c:invertIfNegative val="0"/>
          <c:cat>
            <c:strRef>
              <c:f>'Chart Data'!$C$2:$C$3</c:f>
              <c:strCache>
                <c:ptCount val="2"/>
                <c:pt idx="0">
                  <c:v>Positive clips</c:v>
                </c:pt>
                <c:pt idx="1">
                  <c:v>Negative clips</c:v>
                </c:pt>
              </c:strCache>
            </c:strRef>
          </c:cat>
          <c:val>
            <c:numRef>
              <c:f>'Chart Data'!$D$2:$D$3</c:f>
              <c:numCache>
                <c:formatCode>General</c:formatCode>
                <c:ptCount val="2"/>
                <c:pt idx="0">
                  <c:v>7</c:v>
                </c:pt>
                <c:pt idx="1">
                  <c:v>1</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p>
          </c:txPr>
          <c:dLblPos val="ctr"/>
          <c:showLegendKey val="0"/>
          <c:showVal val="1"/>
          <c:showCatName val="0"/>
          <c:showSerName val="0"/>
          <c:showPercent val="0"/>
          <c:showBubbleSize val="0"/>
          <c:showLeaderLines val="0"/>
        </c:dLbls>
        <c:gapWidth val="90"/>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0151D"/>
                </a:solidFill>
                <a:latin typeface="Helvetica Neue"/>
                <a:ea typeface="Helvetica Neue"/>
                <a:cs typeface="Helvetica Neue"/>
              </a:defRPr>
            </a:pPr>
          </a:p>
        </c:txPr>
        <c:crossAx val="48672768"/>
      </c:catAx>
      <c:valAx>
        <c:axId val="48672768"/>
        <c:scaling>
          <c:orientation val="minMax"/>
          <c:max val="25"/>
          <c:min val="0"/>
        </c:scaling>
        <c:delete val="0"/>
        <c:axPos val="b"/>
        <c:majorGridlines>
          <c:spPr>
            <a:ln xmlns:a="http://schemas.openxmlformats.org/drawingml/2006/main" w="9525">
              <a:solidFill>
                <a:srgbClr val="E4D8E0"/>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D626B"/>
                </a:solidFill>
                <a:latin typeface="Helvetica Neue"/>
                <a:ea typeface="Helvetica Neue"/>
                <a:cs typeface="Helvetica Neue"/>
              </a:defRPr>
            </a:pPr>
          </a:p>
        </c:txPr>
        <c:crossAx val="48650112"/>
        <c:crossBetween val="between"/>
        <c:majorUnit val="5"/>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20151D"/>
              </a:solidFill>
              <a:latin typeface="Helvetica Neue"/>
              <a:ea typeface="Helvetica Neue"/>
              <a:cs typeface="Helvetica Neue"/>
            </a:defRPr>
          </a:pPr>
        </a:p>
      </c:txPr>
    </c:legend>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B102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1B774EE-C429-495C-AF24-79573CD09885}"/>
              </a:ext>
            </a:extLst>
          </p:cNvPr>
          <p:cNvSpPr>
            <a:spLocks xmlns:a="http://schemas.openxmlformats.org/drawingml/2006/main" noGrp="1"/>
          </p:cNvSpPr>
          <p:nvPr/>
        </p:nvSpPr>
        <p:spPr>
          <a:xfrm xmlns:a="http://schemas.openxmlformats.org/drawingml/2006/main">
            <a:off x="6858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EC6D5"/>
                </a:solidFill>
                <a:latin typeface="Helvetica Neue"/>
                <a:ea typeface="Helvetica Neue"/>
                <a:cs typeface="Helvetica Neue"/>
              </a:defRPr>
            </a:defPPr>
            <a:lvl1pPr>
              <a:defRPr sz="1275" b="0">
                <a:solidFill>
                  <a:srgbClr val="DEC6D5"/>
                </a:solidFill>
                <a:latin typeface="Helvetica Neue"/>
                <a:ea typeface="Helvetica Neue"/>
                <a:cs typeface="Helvetica Neue"/>
              </a:defRPr>
            </a:lvl1pPr>
            <a:lvl2pPr>
              <a:defRPr sz="1275" b="0">
                <a:solidFill>
                  <a:srgbClr val="DEC6D5"/>
                </a:solidFill>
                <a:latin typeface="Helvetica Neue"/>
                <a:ea typeface="Helvetica Neue"/>
                <a:cs typeface="Helvetica Neue"/>
              </a:defRPr>
            </a:lvl2pPr>
            <a:lvl3pPr>
              <a:defRPr sz="1275" b="0">
                <a:solidFill>
                  <a:srgbClr val="DEC6D5"/>
                </a:solidFill>
                <a:latin typeface="Helvetica Neue"/>
                <a:ea typeface="Helvetica Neue"/>
                <a:cs typeface="Helvetica Neue"/>
              </a:defRPr>
            </a:lvl3pPr>
            <a:lvl4pPr>
              <a:defRPr sz="1275" b="0">
                <a:solidFill>
                  <a:srgbClr val="DEC6D5"/>
                </a:solidFill>
                <a:latin typeface="Helvetica Neue"/>
                <a:ea typeface="Helvetica Neue"/>
                <a:cs typeface="Helvetica Neue"/>
              </a:defRPr>
            </a:lvl4pPr>
            <a:lvl5pPr>
              <a:defRPr sz="1275" b="0">
                <a:solidFill>
                  <a:srgbClr val="DEC6D5"/>
                </a:solidFill>
                <a:latin typeface="Helvetica Neue"/>
                <a:ea typeface="Helvetica Neue"/>
                <a:cs typeface="Helvetica Neue"/>
              </a:defRPr>
            </a:lvl5pPr>
            <a:lvl6pPr>
              <a:defRPr sz="1275" b="0">
                <a:solidFill>
                  <a:srgbClr val="DEC6D5"/>
                </a:solidFill>
                <a:latin typeface="Helvetica Neue"/>
                <a:ea typeface="Helvetica Neue"/>
                <a:cs typeface="Helvetica Neue"/>
              </a:defRPr>
            </a:lvl6pPr>
            <a:lvl7pPr>
              <a:defRPr sz="1275" b="0">
                <a:solidFill>
                  <a:srgbClr val="DEC6D5"/>
                </a:solidFill>
                <a:latin typeface="Helvetica Neue"/>
                <a:ea typeface="Helvetica Neue"/>
                <a:cs typeface="Helvetica Neue"/>
              </a:defRPr>
            </a:lvl7pPr>
            <a:lvl8pPr>
              <a:defRPr sz="1275" b="0">
                <a:solidFill>
                  <a:srgbClr val="DEC6D5"/>
                </a:solidFill>
                <a:latin typeface="Helvetica Neue"/>
                <a:ea typeface="Helvetica Neue"/>
                <a:cs typeface="Helvetica Neue"/>
              </a:defRPr>
            </a:lvl8pPr>
            <a:lvl9pPr>
              <a:defRPr sz="1275" b="0">
                <a:solidFill>
                  <a:srgbClr val="DEC6D5"/>
                </a:solidFill>
                <a:latin typeface="Helvetica Neue"/>
                <a:ea typeface="Helvetica Neue"/>
                <a:cs typeface="Helvetica Neue"/>
              </a:defRPr>
            </a:lvl9pPr>
          </a:lstStyle>
          <a:p xmlns:a="http://schemas.openxmlformats.org/drawingml/2006/main">
            <a:pPr>
              <a:defRPr sz="1275" b="0">
                <a:solidFill>
                  <a:srgbClr val="DEC6D5"/>
                </a:solidFill>
                <a:latin typeface="Helvetica Neue"/>
                <a:ea typeface="Helvetica Neue"/>
                <a:cs typeface="Helvetica Neue"/>
              </a:defRPr>
            </a:pPr>
            <a:r>
              <a:rPr sz="1275" b="0">
                <a:solidFill>
                  <a:srgbClr val="DEC6D5"/>
                </a:solidFill>
                <a:latin typeface="Helvetica Neue"/>
                <a:ea typeface="Helvetica Neue"/>
                <a:cs typeface="Helvetica Neue"/>
              </a:rPr>
              <a:t>8bit  /  Datathon 26</a:t>
            </a:r>
          </a:p>
        </p:txBody>
      </p:sp>
      <p:sp>
        <p:nvSpPr>
          <p:cNvPr id="2" name="">
            <a:extLst xmlns:a="http://schemas.openxmlformats.org/drawingml/2006/main">
              <a:ext uri="{FF2B5EF4-FFF2-40B4-BE49-F238E27FC236}">
                <a16:creationId xmlns:a16="http://schemas.microsoft.com/office/drawing/2014/main" id="{482ECC74-65D0-4F6B-BD22-43C3C67F2D6C}"/>
              </a:ext>
            </a:extLst>
          </p:cNvPr>
          <p:cNvSpPr>
            <a:spLocks xmlns:a="http://schemas.openxmlformats.org/drawingml/2006/main" noGrp="1"/>
          </p:cNvSpPr>
          <p:nvPr/>
        </p:nvSpPr>
        <p:spPr>
          <a:xfrm xmlns:a="http://schemas.openxmlformats.org/drawingml/2006/main">
            <a:off x="11096625"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EC6D5"/>
                </a:solidFill>
                <a:latin typeface="Helvetica Neue"/>
                <a:ea typeface="Helvetica Neue"/>
                <a:cs typeface="Helvetica Neue"/>
              </a:defRPr>
            </a:defPPr>
            <a:lvl1pPr>
              <a:defRPr sz="1275" b="0">
                <a:solidFill>
                  <a:srgbClr val="DEC6D5"/>
                </a:solidFill>
                <a:latin typeface="Helvetica Neue"/>
                <a:ea typeface="Helvetica Neue"/>
                <a:cs typeface="Helvetica Neue"/>
              </a:defRPr>
            </a:lvl1pPr>
            <a:lvl2pPr>
              <a:defRPr sz="1275" b="0">
                <a:solidFill>
                  <a:srgbClr val="DEC6D5"/>
                </a:solidFill>
                <a:latin typeface="Helvetica Neue"/>
                <a:ea typeface="Helvetica Neue"/>
                <a:cs typeface="Helvetica Neue"/>
              </a:defRPr>
            </a:lvl2pPr>
            <a:lvl3pPr>
              <a:defRPr sz="1275" b="0">
                <a:solidFill>
                  <a:srgbClr val="DEC6D5"/>
                </a:solidFill>
                <a:latin typeface="Helvetica Neue"/>
                <a:ea typeface="Helvetica Neue"/>
                <a:cs typeface="Helvetica Neue"/>
              </a:defRPr>
            </a:lvl3pPr>
            <a:lvl4pPr>
              <a:defRPr sz="1275" b="0">
                <a:solidFill>
                  <a:srgbClr val="DEC6D5"/>
                </a:solidFill>
                <a:latin typeface="Helvetica Neue"/>
                <a:ea typeface="Helvetica Neue"/>
                <a:cs typeface="Helvetica Neue"/>
              </a:defRPr>
            </a:lvl4pPr>
            <a:lvl5pPr>
              <a:defRPr sz="1275" b="0">
                <a:solidFill>
                  <a:srgbClr val="DEC6D5"/>
                </a:solidFill>
                <a:latin typeface="Helvetica Neue"/>
                <a:ea typeface="Helvetica Neue"/>
                <a:cs typeface="Helvetica Neue"/>
              </a:defRPr>
            </a:lvl5pPr>
            <a:lvl6pPr>
              <a:defRPr sz="1275" b="0">
                <a:solidFill>
                  <a:srgbClr val="DEC6D5"/>
                </a:solidFill>
                <a:latin typeface="Helvetica Neue"/>
                <a:ea typeface="Helvetica Neue"/>
                <a:cs typeface="Helvetica Neue"/>
              </a:defRPr>
            </a:lvl6pPr>
            <a:lvl7pPr>
              <a:defRPr sz="1275" b="0">
                <a:solidFill>
                  <a:srgbClr val="DEC6D5"/>
                </a:solidFill>
                <a:latin typeface="Helvetica Neue"/>
                <a:ea typeface="Helvetica Neue"/>
                <a:cs typeface="Helvetica Neue"/>
              </a:defRPr>
            </a:lvl7pPr>
            <a:lvl8pPr>
              <a:defRPr sz="1275" b="0">
                <a:solidFill>
                  <a:srgbClr val="DEC6D5"/>
                </a:solidFill>
                <a:latin typeface="Helvetica Neue"/>
                <a:ea typeface="Helvetica Neue"/>
                <a:cs typeface="Helvetica Neue"/>
              </a:defRPr>
            </a:lvl8pPr>
            <a:lvl9pPr>
              <a:defRPr sz="1275" b="0">
                <a:solidFill>
                  <a:srgbClr val="DEC6D5"/>
                </a:solidFill>
                <a:latin typeface="Helvetica Neue"/>
                <a:ea typeface="Helvetica Neue"/>
                <a:cs typeface="Helvetica Neue"/>
              </a:defRPr>
            </a:lvl9pPr>
          </a:lstStyle>
          <a:p xmlns:a="http://schemas.openxmlformats.org/drawingml/2006/main">
            <a:pPr>
              <a:defRPr sz="1275" b="0">
                <a:solidFill>
                  <a:srgbClr val="DEC6D5"/>
                </a:solidFill>
                <a:latin typeface="Helvetica Neue"/>
                <a:ea typeface="Helvetica Neue"/>
                <a:cs typeface="Helvetica Neue"/>
              </a:defRPr>
            </a:pPr>
            <a:r>
              <a:rPr sz="1275" b="0">
                <a:solidFill>
                  <a:srgbClr val="DEC6D5"/>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E010CC93-9953-4803-89C8-2316EC571625}"/>
              </a:ext>
            </a:extLst>
          </p:cNvPr>
          <p:cNvSpPr>
            <a:spLocks xmlns:a="http://schemas.openxmlformats.org/drawingml/2006/main" noGrp="1"/>
          </p:cNvSpPr>
          <p:nvPr/>
        </p:nvSpPr>
        <p:spPr>
          <a:xfrm xmlns:a="http://schemas.openxmlformats.org/drawingml/2006/main">
            <a:off x="685800" y="90487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500" b="1">
                <a:solidFill>
                  <a:srgbClr val="FFFFFF"/>
                </a:solidFill>
                <a:latin typeface="Helvetica Neue"/>
                <a:ea typeface="Helvetica Neue"/>
                <a:cs typeface="Helvetica Neue"/>
              </a:defRPr>
            </a:defPPr>
            <a:lvl1pPr>
              <a:defRPr sz="7500" b="1">
                <a:solidFill>
                  <a:srgbClr val="FFFFFF"/>
                </a:solidFill>
                <a:latin typeface="Helvetica Neue"/>
                <a:ea typeface="Helvetica Neue"/>
                <a:cs typeface="Helvetica Neue"/>
              </a:defRPr>
            </a:lvl1pPr>
            <a:lvl2pPr>
              <a:defRPr sz="7500" b="1">
                <a:solidFill>
                  <a:srgbClr val="FFFFFF"/>
                </a:solidFill>
                <a:latin typeface="Helvetica Neue"/>
                <a:ea typeface="Helvetica Neue"/>
                <a:cs typeface="Helvetica Neue"/>
              </a:defRPr>
            </a:lvl2pPr>
            <a:lvl3pPr>
              <a:defRPr sz="7500" b="1">
                <a:solidFill>
                  <a:srgbClr val="FFFFFF"/>
                </a:solidFill>
                <a:latin typeface="Helvetica Neue"/>
                <a:ea typeface="Helvetica Neue"/>
                <a:cs typeface="Helvetica Neue"/>
              </a:defRPr>
            </a:lvl3pPr>
            <a:lvl4pPr>
              <a:defRPr sz="7500" b="1">
                <a:solidFill>
                  <a:srgbClr val="FFFFFF"/>
                </a:solidFill>
                <a:latin typeface="Helvetica Neue"/>
                <a:ea typeface="Helvetica Neue"/>
                <a:cs typeface="Helvetica Neue"/>
              </a:defRPr>
            </a:lvl4pPr>
            <a:lvl5pPr>
              <a:defRPr sz="7500" b="1">
                <a:solidFill>
                  <a:srgbClr val="FFFFFF"/>
                </a:solidFill>
                <a:latin typeface="Helvetica Neue"/>
                <a:ea typeface="Helvetica Neue"/>
                <a:cs typeface="Helvetica Neue"/>
              </a:defRPr>
            </a:lvl5pPr>
            <a:lvl6pPr>
              <a:defRPr sz="7500" b="1">
                <a:solidFill>
                  <a:srgbClr val="FFFFFF"/>
                </a:solidFill>
                <a:latin typeface="Helvetica Neue"/>
                <a:ea typeface="Helvetica Neue"/>
                <a:cs typeface="Helvetica Neue"/>
              </a:defRPr>
            </a:lvl6pPr>
            <a:lvl7pPr>
              <a:defRPr sz="7500" b="1">
                <a:solidFill>
                  <a:srgbClr val="FFFFFF"/>
                </a:solidFill>
                <a:latin typeface="Helvetica Neue"/>
                <a:ea typeface="Helvetica Neue"/>
                <a:cs typeface="Helvetica Neue"/>
              </a:defRPr>
            </a:lvl7pPr>
            <a:lvl8pPr>
              <a:defRPr sz="7500" b="1">
                <a:solidFill>
                  <a:srgbClr val="FFFFFF"/>
                </a:solidFill>
                <a:latin typeface="Helvetica Neue"/>
                <a:ea typeface="Helvetica Neue"/>
                <a:cs typeface="Helvetica Neue"/>
              </a:defRPr>
            </a:lvl8pPr>
            <a:lvl9pPr>
              <a:defRPr sz="7500" b="1">
                <a:solidFill>
                  <a:srgbClr val="FFFFFF"/>
                </a:solidFill>
                <a:latin typeface="Helvetica Neue"/>
                <a:ea typeface="Helvetica Neue"/>
                <a:cs typeface="Helvetica Neue"/>
              </a:defRPr>
            </a:lvl9pPr>
          </a:lstStyle>
          <a:p xmlns:a="http://schemas.openxmlformats.org/drawingml/2006/main">
            <a:pPr>
              <a:defRPr sz="7500" b="1">
                <a:solidFill>
                  <a:srgbClr val="FFFFFF"/>
                </a:solidFill>
                <a:latin typeface="Helvetica Neue"/>
                <a:ea typeface="Helvetica Neue"/>
                <a:cs typeface="Helvetica Neue"/>
              </a:defRPr>
            </a:pPr>
            <a:r>
              <a:rPr sz="7500" b="1">
                <a:solidFill>
                  <a:srgbClr val="FFFFFF"/>
                </a:solidFill>
                <a:latin typeface="Helvetica Neue"/>
                <a:ea typeface="Helvetica Neue"/>
                <a:cs typeface="Helvetica Neue"/>
              </a:rPr>
              <a:t>8bit</a:t>
            </a:r>
          </a:p>
        </p:txBody>
      </p:sp>
      <p:sp>
        <p:nvSpPr>
          <p:cNvPr id="4" name="">
            <a:extLst xmlns:a="http://schemas.openxmlformats.org/drawingml/2006/main">
              <a:ext uri="{FF2B5EF4-FFF2-40B4-BE49-F238E27FC236}">
                <a16:creationId xmlns:a16="http://schemas.microsoft.com/office/drawing/2014/main" id="{1E5D9CB1-EB55-4CFC-BA28-685E7F24CBBE}"/>
              </a:ext>
            </a:extLst>
          </p:cNvPr>
          <p:cNvSpPr>
            <a:spLocks xmlns:a="http://schemas.openxmlformats.org/drawingml/2006/main" noGrp="1"/>
          </p:cNvSpPr>
          <p:nvPr/>
        </p:nvSpPr>
        <p:spPr>
          <a:xfrm xmlns:a="http://schemas.openxmlformats.org/drawingml/2006/main">
            <a:off x="685800" y="2333625"/>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100" b="1">
                <a:solidFill>
                  <a:srgbClr val="FFFFFF"/>
                </a:solidFill>
                <a:latin typeface="Helvetica Neue"/>
                <a:ea typeface="Helvetica Neue"/>
                <a:cs typeface="Helvetica Neue"/>
              </a:defRPr>
            </a:defPPr>
            <a:lvl1pPr>
              <a:defRPr sz="5100" b="1">
                <a:solidFill>
                  <a:srgbClr val="FFFFFF"/>
                </a:solidFill>
                <a:latin typeface="Helvetica Neue"/>
                <a:ea typeface="Helvetica Neue"/>
                <a:cs typeface="Helvetica Neue"/>
              </a:defRPr>
            </a:lvl1pPr>
            <a:lvl2pPr>
              <a:defRPr sz="5100" b="1">
                <a:solidFill>
                  <a:srgbClr val="FFFFFF"/>
                </a:solidFill>
                <a:latin typeface="Helvetica Neue"/>
                <a:ea typeface="Helvetica Neue"/>
                <a:cs typeface="Helvetica Neue"/>
              </a:defRPr>
            </a:lvl2pPr>
            <a:lvl3pPr>
              <a:defRPr sz="5100" b="1">
                <a:solidFill>
                  <a:srgbClr val="FFFFFF"/>
                </a:solidFill>
                <a:latin typeface="Helvetica Neue"/>
                <a:ea typeface="Helvetica Neue"/>
                <a:cs typeface="Helvetica Neue"/>
              </a:defRPr>
            </a:lvl3pPr>
            <a:lvl4pPr>
              <a:defRPr sz="5100" b="1">
                <a:solidFill>
                  <a:srgbClr val="FFFFFF"/>
                </a:solidFill>
                <a:latin typeface="Helvetica Neue"/>
                <a:ea typeface="Helvetica Neue"/>
                <a:cs typeface="Helvetica Neue"/>
              </a:defRPr>
            </a:lvl4pPr>
            <a:lvl5pPr>
              <a:defRPr sz="5100" b="1">
                <a:solidFill>
                  <a:srgbClr val="FFFFFF"/>
                </a:solidFill>
                <a:latin typeface="Helvetica Neue"/>
                <a:ea typeface="Helvetica Neue"/>
                <a:cs typeface="Helvetica Neue"/>
              </a:defRPr>
            </a:lvl5pPr>
            <a:lvl6pPr>
              <a:defRPr sz="5100" b="1">
                <a:solidFill>
                  <a:srgbClr val="FFFFFF"/>
                </a:solidFill>
                <a:latin typeface="Helvetica Neue"/>
                <a:ea typeface="Helvetica Neue"/>
                <a:cs typeface="Helvetica Neue"/>
              </a:defRPr>
            </a:lvl6pPr>
            <a:lvl7pPr>
              <a:defRPr sz="5100" b="1">
                <a:solidFill>
                  <a:srgbClr val="FFFFFF"/>
                </a:solidFill>
                <a:latin typeface="Helvetica Neue"/>
                <a:ea typeface="Helvetica Neue"/>
                <a:cs typeface="Helvetica Neue"/>
              </a:defRPr>
            </a:lvl7pPr>
            <a:lvl8pPr>
              <a:defRPr sz="5100" b="1">
                <a:solidFill>
                  <a:srgbClr val="FFFFFF"/>
                </a:solidFill>
                <a:latin typeface="Helvetica Neue"/>
                <a:ea typeface="Helvetica Neue"/>
                <a:cs typeface="Helvetica Neue"/>
              </a:defRPr>
            </a:lvl8pPr>
            <a:lvl9pPr>
              <a:defRPr sz="5100" b="1">
                <a:solidFill>
                  <a:srgbClr val="FFFFFF"/>
                </a:solidFill>
                <a:latin typeface="Helvetica Neue"/>
                <a:ea typeface="Helvetica Neue"/>
                <a:cs typeface="Helvetica Neue"/>
              </a:defRPr>
            </a:lvl9pPr>
          </a:lstStyle>
          <a:p xmlns:a="http://schemas.openxmlformats.org/drawingml/2006/main">
            <a:pPr>
              <a:defRPr sz="5100" b="1">
                <a:solidFill>
                  <a:srgbClr val="FFFFFF"/>
                </a:solidFill>
                <a:latin typeface="Helvetica Neue"/>
                <a:ea typeface="Helvetica Neue"/>
                <a:cs typeface="Helvetica Neue"/>
              </a:defRPr>
            </a:pPr>
            <a:r>
              <a:rPr sz="5100" b="1">
                <a:solidFill>
                  <a:srgbClr val="FFFFFF"/>
                </a:solidFill>
                <a:latin typeface="Helvetica Neue"/>
                <a:ea typeface="Helvetica Neue"/>
                <a:cs typeface="Helvetica Neue"/>
              </a:rPr>
              <a:t>Cash-discipline</a:t>
            </a:r>
          </a:p>
          <a:p xmlns:a="http://schemas.openxmlformats.org/drawingml/2006/main">
            <a:pPr>
              <a:defRPr sz="5100" b="1">
                <a:solidFill>
                  <a:srgbClr val="FFFFFF"/>
                </a:solidFill>
                <a:latin typeface="Helvetica Neue"/>
                <a:ea typeface="Helvetica Neue"/>
                <a:cs typeface="Helvetica Neue"/>
              </a:defRPr>
            </a:pPr>
            <a:r>
              <a:rPr sz="5100" b="1">
                <a:solidFill>
                  <a:srgbClr val="FFFFFF"/>
                </a:solidFill>
                <a:latin typeface="Helvetica Neue"/>
                <a:ea typeface="Helvetica Neue"/>
                <a:cs typeface="Helvetica Neue"/>
              </a:rPr>
              <a:t>video review</a:t>
            </a:r>
          </a:p>
        </p:txBody>
      </p:sp>
      <p:sp>
        <p:nvSpPr>
          <p:cNvPr id="5" name="">
            <a:extLst xmlns:a="http://schemas.openxmlformats.org/drawingml/2006/main">
              <a:ext uri="{FF2B5EF4-FFF2-40B4-BE49-F238E27FC236}">
                <a16:creationId xmlns:a16="http://schemas.microsoft.com/office/drawing/2014/main" id="{66A19501-8CEF-4AA7-9650-9CAFD74D2A9A}"/>
              </a:ext>
            </a:extLst>
          </p:cNvPr>
          <p:cNvSpPr>
            <a:spLocks xmlns:a="http://schemas.openxmlformats.org/drawingml/2006/main" noGrp="1"/>
          </p:cNvSpPr>
          <p:nvPr/>
        </p:nvSpPr>
        <p:spPr>
          <a:xfrm xmlns:a="http://schemas.openxmlformats.org/drawingml/2006/main">
            <a:off x="723900" y="44767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DEC6D5"/>
                </a:solidFill>
                <a:latin typeface="Helvetica Neue"/>
                <a:ea typeface="Helvetica Neue"/>
                <a:cs typeface="Helvetica Neue"/>
              </a:defRPr>
            </a:defPPr>
            <a:lvl1pPr>
              <a:defRPr sz="2250" b="0">
                <a:solidFill>
                  <a:srgbClr val="DEC6D5"/>
                </a:solidFill>
                <a:latin typeface="Helvetica Neue"/>
                <a:ea typeface="Helvetica Neue"/>
                <a:cs typeface="Helvetica Neue"/>
              </a:defRPr>
            </a:lvl1pPr>
            <a:lvl2pPr>
              <a:defRPr sz="2250" b="0">
                <a:solidFill>
                  <a:srgbClr val="DEC6D5"/>
                </a:solidFill>
                <a:latin typeface="Helvetica Neue"/>
                <a:ea typeface="Helvetica Neue"/>
                <a:cs typeface="Helvetica Neue"/>
              </a:defRPr>
            </a:lvl2pPr>
            <a:lvl3pPr>
              <a:defRPr sz="2250" b="0">
                <a:solidFill>
                  <a:srgbClr val="DEC6D5"/>
                </a:solidFill>
                <a:latin typeface="Helvetica Neue"/>
                <a:ea typeface="Helvetica Neue"/>
                <a:cs typeface="Helvetica Neue"/>
              </a:defRPr>
            </a:lvl3pPr>
            <a:lvl4pPr>
              <a:defRPr sz="2250" b="0">
                <a:solidFill>
                  <a:srgbClr val="DEC6D5"/>
                </a:solidFill>
                <a:latin typeface="Helvetica Neue"/>
                <a:ea typeface="Helvetica Neue"/>
                <a:cs typeface="Helvetica Neue"/>
              </a:defRPr>
            </a:lvl4pPr>
            <a:lvl5pPr>
              <a:defRPr sz="2250" b="0">
                <a:solidFill>
                  <a:srgbClr val="DEC6D5"/>
                </a:solidFill>
                <a:latin typeface="Helvetica Neue"/>
                <a:ea typeface="Helvetica Neue"/>
                <a:cs typeface="Helvetica Neue"/>
              </a:defRPr>
            </a:lvl5pPr>
            <a:lvl6pPr>
              <a:defRPr sz="2250" b="0">
                <a:solidFill>
                  <a:srgbClr val="DEC6D5"/>
                </a:solidFill>
                <a:latin typeface="Helvetica Neue"/>
                <a:ea typeface="Helvetica Neue"/>
                <a:cs typeface="Helvetica Neue"/>
              </a:defRPr>
            </a:lvl6pPr>
            <a:lvl7pPr>
              <a:defRPr sz="2250" b="0">
                <a:solidFill>
                  <a:srgbClr val="DEC6D5"/>
                </a:solidFill>
                <a:latin typeface="Helvetica Neue"/>
                <a:ea typeface="Helvetica Neue"/>
                <a:cs typeface="Helvetica Neue"/>
              </a:defRPr>
            </a:lvl7pPr>
            <a:lvl8pPr>
              <a:defRPr sz="2250" b="0">
                <a:solidFill>
                  <a:srgbClr val="DEC6D5"/>
                </a:solidFill>
                <a:latin typeface="Helvetica Neue"/>
                <a:ea typeface="Helvetica Neue"/>
                <a:cs typeface="Helvetica Neue"/>
              </a:defRPr>
            </a:lvl8pPr>
            <a:lvl9pPr>
              <a:defRPr sz="2250" b="0">
                <a:solidFill>
                  <a:srgbClr val="DEC6D5"/>
                </a:solidFill>
                <a:latin typeface="Helvetica Neue"/>
                <a:ea typeface="Helvetica Neue"/>
                <a:cs typeface="Helvetica Neue"/>
              </a:defRPr>
            </a:lvl9pPr>
          </a:lstStyle>
          <a:p xmlns:a="http://schemas.openxmlformats.org/drawingml/2006/main">
            <a:pPr>
              <a:defRPr sz="2250" b="0">
                <a:solidFill>
                  <a:srgbClr val="DEC6D5"/>
                </a:solidFill>
                <a:latin typeface="Helvetica Neue"/>
                <a:ea typeface="Helvetica Neue"/>
                <a:cs typeface="Helvetica Neue"/>
              </a:defRPr>
            </a:pPr>
            <a:r>
              <a:rPr sz="2250" b="0">
                <a:solidFill>
                  <a:srgbClr val="DEC6D5"/>
                </a:solidFill>
                <a:latin typeface="Helvetica Neue"/>
                <a:ea typeface="Helvetica Neue"/>
                <a:cs typeface="Helvetica Neue"/>
              </a:rPr>
              <a:t>Local AI with timestamps, evidence and rule references</a:t>
            </a:r>
          </a:p>
        </p:txBody>
      </p:sp>
      <p:sp>
        <p:nvSpPr>
          <p:cNvPr id="6" name="">
            <a:extLst xmlns:a="http://schemas.openxmlformats.org/drawingml/2006/main">
              <a:ext uri="{FF2B5EF4-FFF2-40B4-BE49-F238E27FC236}">
                <a16:creationId xmlns:a16="http://schemas.microsoft.com/office/drawing/2014/main" id="{D1FFA38A-E835-4151-885A-7C90CD1A5B64}"/>
              </a:ext>
            </a:extLst>
          </p:cNvPr>
          <p:cNvSpPr>
            <a:spLocks xmlns:a="http://schemas.openxmlformats.org/drawingml/2006/main" noGrp="1"/>
          </p:cNvSpPr>
          <p:nvPr/>
        </p:nvSpPr>
        <p:spPr>
          <a:xfrm xmlns:a="http://schemas.openxmlformats.org/drawingml/2006/main">
            <a:off x="723900" y="557212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DEC6D5"/>
                </a:solidFill>
                <a:latin typeface="Helvetica Neue"/>
                <a:ea typeface="Helvetica Neue"/>
                <a:cs typeface="Helvetica Neue"/>
              </a:defRPr>
            </a:defPPr>
            <a:lvl1pPr>
              <a:defRPr sz="1800" b="0">
                <a:solidFill>
                  <a:srgbClr val="DEC6D5"/>
                </a:solidFill>
                <a:latin typeface="Helvetica Neue"/>
                <a:ea typeface="Helvetica Neue"/>
                <a:cs typeface="Helvetica Neue"/>
              </a:defRPr>
            </a:lvl1pPr>
            <a:lvl2pPr>
              <a:defRPr sz="1800" b="0">
                <a:solidFill>
                  <a:srgbClr val="DEC6D5"/>
                </a:solidFill>
                <a:latin typeface="Helvetica Neue"/>
                <a:ea typeface="Helvetica Neue"/>
                <a:cs typeface="Helvetica Neue"/>
              </a:defRPr>
            </a:lvl2pPr>
            <a:lvl3pPr>
              <a:defRPr sz="1800" b="0">
                <a:solidFill>
                  <a:srgbClr val="DEC6D5"/>
                </a:solidFill>
                <a:latin typeface="Helvetica Neue"/>
                <a:ea typeface="Helvetica Neue"/>
                <a:cs typeface="Helvetica Neue"/>
              </a:defRPr>
            </a:lvl3pPr>
            <a:lvl4pPr>
              <a:defRPr sz="1800" b="0">
                <a:solidFill>
                  <a:srgbClr val="DEC6D5"/>
                </a:solidFill>
                <a:latin typeface="Helvetica Neue"/>
                <a:ea typeface="Helvetica Neue"/>
                <a:cs typeface="Helvetica Neue"/>
              </a:defRPr>
            </a:lvl4pPr>
            <a:lvl5pPr>
              <a:defRPr sz="1800" b="0">
                <a:solidFill>
                  <a:srgbClr val="DEC6D5"/>
                </a:solidFill>
                <a:latin typeface="Helvetica Neue"/>
                <a:ea typeface="Helvetica Neue"/>
                <a:cs typeface="Helvetica Neue"/>
              </a:defRPr>
            </a:lvl5pPr>
            <a:lvl6pPr>
              <a:defRPr sz="1800" b="0">
                <a:solidFill>
                  <a:srgbClr val="DEC6D5"/>
                </a:solidFill>
                <a:latin typeface="Helvetica Neue"/>
                <a:ea typeface="Helvetica Neue"/>
                <a:cs typeface="Helvetica Neue"/>
              </a:defRPr>
            </a:lvl6pPr>
            <a:lvl7pPr>
              <a:defRPr sz="1800" b="0">
                <a:solidFill>
                  <a:srgbClr val="DEC6D5"/>
                </a:solidFill>
                <a:latin typeface="Helvetica Neue"/>
                <a:ea typeface="Helvetica Neue"/>
                <a:cs typeface="Helvetica Neue"/>
              </a:defRPr>
            </a:lvl7pPr>
            <a:lvl8pPr>
              <a:defRPr sz="1800" b="0">
                <a:solidFill>
                  <a:srgbClr val="DEC6D5"/>
                </a:solidFill>
                <a:latin typeface="Helvetica Neue"/>
                <a:ea typeface="Helvetica Neue"/>
                <a:cs typeface="Helvetica Neue"/>
              </a:defRPr>
            </a:lvl8pPr>
            <a:lvl9pPr>
              <a:defRPr sz="1800" b="0">
                <a:solidFill>
                  <a:srgbClr val="DEC6D5"/>
                </a:solidFill>
                <a:latin typeface="Helvetica Neue"/>
                <a:ea typeface="Helvetica Neue"/>
                <a:cs typeface="Helvetica Neue"/>
              </a:defRPr>
            </a:lvl9pPr>
          </a:lstStyle>
          <a:p xmlns:a="http://schemas.openxmlformats.org/drawingml/2006/main">
            <a:pPr>
              <a:defRPr sz="1800" b="0">
                <a:solidFill>
                  <a:srgbClr val="DEC6D5"/>
                </a:solidFill>
                <a:latin typeface="Helvetica Neue"/>
                <a:ea typeface="Helvetica Neue"/>
                <a:cs typeface="Helvetica Neue"/>
              </a:defRPr>
            </a:pPr>
            <a:r>
              <a:rPr sz="1800" b="0">
                <a:solidFill>
                  <a:srgbClr val="DEC6D5"/>
                </a:solidFill>
                <a:latin typeface="Helvetica Neue"/>
                <a:ea typeface="Helvetica Neue"/>
                <a:cs typeface="Helvetica Neue"/>
              </a:rPr>
              <a:t>ForteBank Datathon 26</a:t>
            </a:r>
          </a:p>
        </p:txBody>
      </p:sp>
    </p:spTree>
    <p:extLst>
      <p:ext uri="{BB962C8B-B14F-4D97-AF65-F5344CB8AC3E}">
        <p14:creationId xmlns:p14="http://schemas.microsoft.com/office/powerpoint/2010/main" val="1794449579"/>
      </p:ext>
    </p:extLst>
  </p:cSld>
</p:sld>
</file>

<file path=ppt/slides/slide2.xml><?xml version="1.0" encoding="utf-8"?>
<p:sld xmlns:p="http://schemas.openxmlformats.org/presentationml/2006/main">
  <p:cSld>
    <p:bg>
      <p:bgPr>
        <a:solidFill xmlns:a="http://schemas.openxmlformats.org/drawingml/2006/main">
          <a:srgbClr val="FC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EAC2F80-32E0-4C3C-87E7-0CF010631617}"/>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20151D"/>
                </a:solidFill>
                <a:latin typeface="Helvetica Neue"/>
                <a:ea typeface="Helvetica Neue"/>
                <a:cs typeface="Helvetica Neue"/>
              </a:defRPr>
            </a:defPPr>
            <a:lvl1pPr>
              <a:defRPr sz="3450" b="1">
                <a:solidFill>
                  <a:srgbClr val="20151D"/>
                </a:solidFill>
                <a:latin typeface="Helvetica Neue"/>
                <a:ea typeface="Helvetica Neue"/>
                <a:cs typeface="Helvetica Neue"/>
              </a:defRPr>
            </a:lvl1pPr>
            <a:lvl2pPr>
              <a:defRPr sz="3450" b="1">
                <a:solidFill>
                  <a:srgbClr val="20151D"/>
                </a:solidFill>
                <a:latin typeface="Helvetica Neue"/>
                <a:ea typeface="Helvetica Neue"/>
                <a:cs typeface="Helvetica Neue"/>
              </a:defRPr>
            </a:lvl2pPr>
            <a:lvl3pPr>
              <a:defRPr sz="3450" b="1">
                <a:solidFill>
                  <a:srgbClr val="20151D"/>
                </a:solidFill>
                <a:latin typeface="Helvetica Neue"/>
                <a:ea typeface="Helvetica Neue"/>
                <a:cs typeface="Helvetica Neue"/>
              </a:defRPr>
            </a:lvl3pPr>
            <a:lvl4pPr>
              <a:defRPr sz="3450" b="1">
                <a:solidFill>
                  <a:srgbClr val="20151D"/>
                </a:solidFill>
                <a:latin typeface="Helvetica Neue"/>
                <a:ea typeface="Helvetica Neue"/>
                <a:cs typeface="Helvetica Neue"/>
              </a:defRPr>
            </a:lvl4pPr>
            <a:lvl5pPr>
              <a:defRPr sz="3450" b="1">
                <a:solidFill>
                  <a:srgbClr val="20151D"/>
                </a:solidFill>
                <a:latin typeface="Helvetica Neue"/>
                <a:ea typeface="Helvetica Neue"/>
                <a:cs typeface="Helvetica Neue"/>
              </a:defRPr>
            </a:lvl5pPr>
            <a:lvl6pPr>
              <a:defRPr sz="3450" b="1">
                <a:solidFill>
                  <a:srgbClr val="20151D"/>
                </a:solidFill>
                <a:latin typeface="Helvetica Neue"/>
                <a:ea typeface="Helvetica Neue"/>
                <a:cs typeface="Helvetica Neue"/>
              </a:defRPr>
            </a:lvl6pPr>
            <a:lvl7pPr>
              <a:defRPr sz="3450" b="1">
                <a:solidFill>
                  <a:srgbClr val="20151D"/>
                </a:solidFill>
                <a:latin typeface="Helvetica Neue"/>
                <a:ea typeface="Helvetica Neue"/>
                <a:cs typeface="Helvetica Neue"/>
              </a:defRPr>
            </a:lvl7pPr>
            <a:lvl8pPr>
              <a:defRPr sz="3450" b="1">
                <a:solidFill>
                  <a:srgbClr val="20151D"/>
                </a:solidFill>
                <a:latin typeface="Helvetica Neue"/>
                <a:ea typeface="Helvetica Neue"/>
                <a:cs typeface="Helvetica Neue"/>
              </a:defRPr>
            </a:lvl8pPr>
            <a:lvl9pPr>
              <a:defRPr sz="3450" b="1">
                <a:solidFill>
                  <a:srgbClr val="20151D"/>
                </a:solidFill>
                <a:latin typeface="Helvetica Neue"/>
                <a:ea typeface="Helvetica Neue"/>
                <a:cs typeface="Helvetica Neue"/>
              </a:defRPr>
            </a:lvl9pPr>
          </a:lstStyle>
          <a:p xmlns:a="http://schemas.openxmlformats.org/drawingml/2006/main">
            <a:pPr>
              <a:defRPr sz="3450" b="1">
                <a:solidFill>
                  <a:srgbClr val="20151D"/>
                </a:solidFill>
                <a:latin typeface="Helvetica Neue"/>
                <a:ea typeface="Helvetica Neue"/>
                <a:cs typeface="Helvetica Neue"/>
              </a:defRPr>
            </a:pPr>
            <a:r>
              <a:rPr sz="3450" b="1">
                <a:solidFill>
                  <a:srgbClr val="20151D"/>
                </a:solidFill>
                <a:latin typeface="Helvetica Neue"/>
                <a:ea typeface="Helvetica Neue"/>
                <a:cs typeface="Helvetica Neue"/>
              </a:rPr>
              <a:t>A result the reviewer can inspect</a:t>
            </a:r>
          </a:p>
        </p:txBody>
      </p:sp>
      <p:sp>
        <p:nvSpPr>
          <p:cNvPr id="2" name="">
            <a:extLst xmlns:a="http://schemas.openxmlformats.org/drawingml/2006/main">
              <a:ext uri="{FF2B5EF4-FFF2-40B4-BE49-F238E27FC236}">
                <a16:creationId xmlns:a16="http://schemas.microsoft.com/office/drawing/2014/main" id="{99580853-E41F-4F2D-8455-B2783F6D583F}"/>
              </a:ext>
            </a:extLst>
          </p:cNvPr>
          <p:cNvSpPr>
            <a:spLocks xmlns:a="http://schemas.openxmlformats.org/drawingml/2006/main" noGrp="1"/>
          </p:cNvSpPr>
          <p:nvPr/>
        </p:nvSpPr>
        <p:spPr>
          <a:xfrm xmlns:a="http://schemas.openxmlformats.org/drawingml/2006/main">
            <a:off x="6858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D626B"/>
                </a:solidFill>
                <a:latin typeface="Helvetica Neue"/>
                <a:ea typeface="Helvetica Neue"/>
                <a:cs typeface="Helvetica Neue"/>
              </a:defRPr>
            </a:defPPr>
            <a:lvl1pPr>
              <a:defRPr sz="1275" b="0">
                <a:solidFill>
                  <a:srgbClr val="6D626B"/>
                </a:solidFill>
                <a:latin typeface="Helvetica Neue"/>
                <a:ea typeface="Helvetica Neue"/>
                <a:cs typeface="Helvetica Neue"/>
              </a:defRPr>
            </a:lvl1pPr>
            <a:lvl2pPr>
              <a:defRPr sz="1275" b="0">
                <a:solidFill>
                  <a:srgbClr val="6D626B"/>
                </a:solidFill>
                <a:latin typeface="Helvetica Neue"/>
                <a:ea typeface="Helvetica Neue"/>
                <a:cs typeface="Helvetica Neue"/>
              </a:defRPr>
            </a:lvl2pPr>
            <a:lvl3pPr>
              <a:defRPr sz="1275" b="0">
                <a:solidFill>
                  <a:srgbClr val="6D626B"/>
                </a:solidFill>
                <a:latin typeface="Helvetica Neue"/>
                <a:ea typeface="Helvetica Neue"/>
                <a:cs typeface="Helvetica Neue"/>
              </a:defRPr>
            </a:lvl3pPr>
            <a:lvl4pPr>
              <a:defRPr sz="1275" b="0">
                <a:solidFill>
                  <a:srgbClr val="6D626B"/>
                </a:solidFill>
                <a:latin typeface="Helvetica Neue"/>
                <a:ea typeface="Helvetica Neue"/>
                <a:cs typeface="Helvetica Neue"/>
              </a:defRPr>
            </a:lvl4pPr>
            <a:lvl5pPr>
              <a:defRPr sz="1275" b="0">
                <a:solidFill>
                  <a:srgbClr val="6D626B"/>
                </a:solidFill>
                <a:latin typeface="Helvetica Neue"/>
                <a:ea typeface="Helvetica Neue"/>
                <a:cs typeface="Helvetica Neue"/>
              </a:defRPr>
            </a:lvl5pPr>
            <a:lvl6pPr>
              <a:defRPr sz="1275" b="0">
                <a:solidFill>
                  <a:srgbClr val="6D626B"/>
                </a:solidFill>
                <a:latin typeface="Helvetica Neue"/>
                <a:ea typeface="Helvetica Neue"/>
                <a:cs typeface="Helvetica Neue"/>
              </a:defRPr>
            </a:lvl6pPr>
            <a:lvl7pPr>
              <a:defRPr sz="1275" b="0">
                <a:solidFill>
                  <a:srgbClr val="6D626B"/>
                </a:solidFill>
                <a:latin typeface="Helvetica Neue"/>
                <a:ea typeface="Helvetica Neue"/>
                <a:cs typeface="Helvetica Neue"/>
              </a:defRPr>
            </a:lvl7pPr>
            <a:lvl8pPr>
              <a:defRPr sz="1275" b="0">
                <a:solidFill>
                  <a:srgbClr val="6D626B"/>
                </a:solidFill>
                <a:latin typeface="Helvetica Neue"/>
                <a:ea typeface="Helvetica Neue"/>
                <a:cs typeface="Helvetica Neue"/>
              </a:defRPr>
            </a:lvl8pPr>
            <a:lvl9pPr>
              <a:defRPr sz="1275" b="0">
                <a:solidFill>
                  <a:srgbClr val="6D626B"/>
                </a:solidFill>
                <a:latin typeface="Helvetica Neue"/>
                <a:ea typeface="Helvetica Neue"/>
                <a:cs typeface="Helvetica Neue"/>
              </a:defRPr>
            </a:lvl9pPr>
          </a:lstStyle>
          <a:p xmlns:a="http://schemas.openxmlformats.org/drawingml/2006/main">
            <a:pPr>
              <a:defRPr sz="1275" b="0">
                <a:solidFill>
                  <a:srgbClr val="6D626B"/>
                </a:solidFill>
                <a:latin typeface="Helvetica Neue"/>
                <a:ea typeface="Helvetica Neue"/>
                <a:cs typeface="Helvetica Neue"/>
              </a:defRPr>
            </a:pPr>
            <a:r>
              <a:rPr sz="1275" b="0">
                <a:solidFill>
                  <a:srgbClr val="6D626B"/>
                </a:solidFill>
                <a:latin typeface="Helvetica Neue"/>
                <a:ea typeface="Helvetica Neue"/>
                <a:cs typeface="Helvetica Neue"/>
              </a:rPr>
              <a:t>8bit  /  Datathon 26</a:t>
            </a:r>
          </a:p>
        </p:txBody>
      </p:sp>
      <p:sp>
        <p:nvSpPr>
          <p:cNvPr id="3" name="">
            <a:extLst xmlns:a="http://schemas.openxmlformats.org/drawingml/2006/main">
              <a:ext uri="{FF2B5EF4-FFF2-40B4-BE49-F238E27FC236}">
                <a16:creationId xmlns:a16="http://schemas.microsoft.com/office/drawing/2014/main" id="{25B56D86-AF10-4BC1-80D2-A9F56D513A40}"/>
              </a:ext>
            </a:extLst>
          </p:cNvPr>
          <p:cNvSpPr>
            <a:spLocks xmlns:a="http://schemas.openxmlformats.org/drawingml/2006/main" noGrp="1"/>
          </p:cNvSpPr>
          <p:nvPr/>
        </p:nvSpPr>
        <p:spPr>
          <a:xfrm xmlns:a="http://schemas.openxmlformats.org/drawingml/2006/main">
            <a:off x="11096625"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D626B"/>
                </a:solidFill>
                <a:latin typeface="Helvetica Neue"/>
                <a:ea typeface="Helvetica Neue"/>
                <a:cs typeface="Helvetica Neue"/>
              </a:defRPr>
            </a:defPPr>
            <a:lvl1pPr>
              <a:defRPr sz="1275" b="0">
                <a:solidFill>
                  <a:srgbClr val="6D626B"/>
                </a:solidFill>
                <a:latin typeface="Helvetica Neue"/>
                <a:ea typeface="Helvetica Neue"/>
                <a:cs typeface="Helvetica Neue"/>
              </a:defRPr>
            </a:lvl1pPr>
            <a:lvl2pPr>
              <a:defRPr sz="1275" b="0">
                <a:solidFill>
                  <a:srgbClr val="6D626B"/>
                </a:solidFill>
                <a:latin typeface="Helvetica Neue"/>
                <a:ea typeface="Helvetica Neue"/>
                <a:cs typeface="Helvetica Neue"/>
              </a:defRPr>
            </a:lvl2pPr>
            <a:lvl3pPr>
              <a:defRPr sz="1275" b="0">
                <a:solidFill>
                  <a:srgbClr val="6D626B"/>
                </a:solidFill>
                <a:latin typeface="Helvetica Neue"/>
                <a:ea typeface="Helvetica Neue"/>
                <a:cs typeface="Helvetica Neue"/>
              </a:defRPr>
            </a:lvl3pPr>
            <a:lvl4pPr>
              <a:defRPr sz="1275" b="0">
                <a:solidFill>
                  <a:srgbClr val="6D626B"/>
                </a:solidFill>
                <a:latin typeface="Helvetica Neue"/>
                <a:ea typeface="Helvetica Neue"/>
                <a:cs typeface="Helvetica Neue"/>
              </a:defRPr>
            </a:lvl4pPr>
            <a:lvl5pPr>
              <a:defRPr sz="1275" b="0">
                <a:solidFill>
                  <a:srgbClr val="6D626B"/>
                </a:solidFill>
                <a:latin typeface="Helvetica Neue"/>
                <a:ea typeface="Helvetica Neue"/>
                <a:cs typeface="Helvetica Neue"/>
              </a:defRPr>
            </a:lvl5pPr>
            <a:lvl6pPr>
              <a:defRPr sz="1275" b="0">
                <a:solidFill>
                  <a:srgbClr val="6D626B"/>
                </a:solidFill>
                <a:latin typeface="Helvetica Neue"/>
                <a:ea typeface="Helvetica Neue"/>
                <a:cs typeface="Helvetica Neue"/>
              </a:defRPr>
            </a:lvl6pPr>
            <a:lvl7pPr>
              <a:defRPr sz="1275" b="0">
                <a:solidFill>
                  <a:srgbClr val="6D626B"/>
                </a:solidFill>
                <a:latin typeface="Helvetica Neue"/>
                <a:ea typeface="Helvetica Neue"/>
                <a:cs typeface="Helvetica Neue"/>
              </a:defRPr>
            </a:lvl7pPr>
            <a:lvl8pPr>
              <a:defRPr sz="1275" b="0">
                <a:solidFill>
                  <a:srgbClr val="6D626B"/>
                </a:solidFill>
                <a:latin typeface="Helvetica Neue"/>
                <a:ea typeface="Helvetica Neue"/>
                <a:cs typeface="Helvetica Neue"/>
              </a:defRPr>
            </a:lvl8pPr>
            <a:lvl9pPr>
              <a:defRPr sz="1275" b="0">
                <a:solidFill>
                  <a:srgbClr val="6D626B"/>
                </a:solidFill>
                <a:latin typeface="Helvetica Neue"/>
                <a:ea typeface="Helvetica Neue"/>
                <a:cs typeface="Helvetica Neue"/>
              </a:defRPr>
            </a:lvl9pPr>
          </a:lstStyle>
          <a:p xmlns:a="http://schemas.openxmlformats.org/drawingml/2006/main">
            <a:pPr>
              <a:defRPr sz="1275" b="0">
                <a:solidFill>
                  <a:srgbClr val="6D626B"/>
                </a:solidFill>
                <a:latin typeface="Helvetica Neue"/>
                <a:ea typeface="Helvetica Neue"/>
                <a:cs typeface="Helvetica Neue"/>
              </a:defRPr>
            </a:pPr>
            <a:r>
              <a:rPr sz="1275" b="0">
                <a:solidFill>
                  <a:srgbClr val="6D626B"/>
                </a:solidFill>
                <a:latin typeface="Helvetica Neue"/>
                <a:ea typeface="Helvetica Neue"/>
                <a:cs typeface="Helvetica Neue"/>
              </a:rPr>
              <a:t>02</a:t>
            </a:r>
          </a:p>
        </p:txBody>
      </p:sp>
      <p:pic>
        <p:nvPicPr>
          <p:cNvPr id="4" name="">
            <a:extLst xmlns:a="http://schemas.openxmlformats.org/drawingml/2006/main">
              <a:ext uri="{FF2B5EF4-FFF2-40B4-BE49-F238E27FC236}">
                <a16:creationId xmlns:a16="http://schemas.microsoft.com/office/drawing/2014/main" id="{40A4B869-8CBE-47F7-BDB0-CC57DE82C157}"/>
              </a:ext>
            </a:extLst>
          </p:cNvPr>
          <p:cNvPicPr>
            <a:picLocks xmlns:a="http://schemas.openxmlformats.org/drawingml/2006/main" noChangeAspect="1"/>
          </p:cNvPicPr>
          <p:nvPr/>
        </p:nvPicPr>
        <p:blipFill>
          <a:blip xmlns:r="http://schemas.openxmlformats.org/officeDocument/2006/relationships" xmlns:a="http://schemas.openxmlformats.org/drawingml/2006/main" r:embed="R9f0aa64db1e7499d"/>
          <a:stretch xmlns:a="http://schemas.openxmlformats.org/drawingml/2006/main"/>
        </p:blipFill>
        <p:spPr>
          <a:xfrm xmlns:a="http://schemas.openxmlformats.org/drawingml/2006/main">
            <a:off x="1978967" y="1657350"/>
            <a:ext cx="8234066" cy="3810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211805F-0CD0-4E4A-A46C-2E15DCF9A94E}"/>
              </a:ext>
            </a:extLst>
          </p:cNvPr>
          <p:cNvSpPr>
            <a:spLocks xmlns:a="http://schemas.openxmlformats.org/drawingml/2006/main" noGrp="1"/>
          </p:cNvSpPr>
          <p:nvPr/>
        </p:nvSpPr>
        <p:spPr>
          <a:xfrm xmlns:a="http://schemas.openxmlformats.org/drawingml/2006/main">
            <a:off x="685800" y="56769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0151D"/>
                </a:solidFill>
                <a:latin typeface="Helvetica Neue"/>
                <a:ea typeface="Helvetica Neue"/>
                <a:cs typeface="Helvetica Neue"/>
              </a:defRPr>
            </a:defPPr>
            <a:lvl1pPr>
              <a:defRPr sz="2100" b="1">
                <a:solidFill>
                  <a:srgbClr val="20151D"/>
                </a:solidFill>
                <a:latin typeface="Helvetica Neue"/>
                <a:ea typeface="Helvetica Neue"/>
                <a:cs typeface="Helvetica Neue"/>
              </a:defRPr>
            </a:lvl1pPr>
            <a:lvl2pPr>
              <a:defRPr sz="2100" b="1">
                <a:solidFill>
                  <a:srgbClr val="20151D"/>
                </a:solidFill>
                <a:latin typeface="Helvetica Neue"/>
                <a:ea typeface="Helvetica Neue"/>
                <a:cs typeface="Helvetica Neue"/>
              </a:defRPr>
            </a:lvl2pPr>
            <a:lvl3pPr>
              <a:defRPr sz="2100" b="1">
                <a:solidFill>
                  <a:srgbClr val="20151D"/>
                </a:solidFill>
                <a:latin typeface="Helvetica Neue"/>
                <a:ea typeface="Helvetica Neue"/>
                <a:cs typeface="Helvetica Neue"/>
              </a:defRPr>
            </a:lvl3pPr>
            <a:lvl4pPr>
              <a:defRPr sz="2100" b="1">
                <a:solidFill>
                  <a:srgbClr val="20151D"/>
                </a:solidFill>
                <a:latin typeface="Helvetica Neue"/>
                <a:ea typeface="Helvetica Neue"/>
                <a:cs typeface="Helvetica Neue"/>
              </a:defRPr>
            </a:lvl4pPr>
            <a:lvl5pPr>
              <a:defRPr sz="2100" b="1">
                <a:solidFill>
                  <a:srgbClr val="20151D"/>
                </a:solidFill>
                <a:latin typeface="Helvetica Neue"/>
                <a:ea typeface="Helvetica Neue"/>
                <a:cs typeface="Helvetica Neue"/>
              </a:defRPr>
            </a:lvl5pPr>
            <a:lvl6pPr>
              <a:defRPr sz="2100" b="1">
                <a:solidFill>
                  <a:srgbClr val="20151D"/>
                </a:solidFill>
                <a:latin typeface="Helvetica Neue"/>
                <a:ea typeface="Helvetica Neue"/>
                <a:cs typeface="Helvetica Neue"/>
              </a:defRPr>
            </a:lvl6pPr>
            <a:lvl7pPr>
              <a:defRPr sz="2100" b="1">
                <a:solidFill>
                  <a:srgbClr val="20151D"/>
                </a:solidFill>
                <a:latin typeface="Helvetica Neue"/>
                <a:ea typeface="Helvetica Neue"/>
                <a:cs typeface="Helvetica Neue"/>
              </a:defRPr>
            </a:lvl7pPr>
            <a:lvl8pPr>
              <a:defRPr sz="2100" b="1">
                <a:solidFill>
                  <a:srgbClr val="20151D"/>
                </a:solidFill>
                <a:latin typeface="Helvetica Neue"/>
                <a:ea typeface="Helvetica Neue"/>
                <a:cs typeface="Helvetica Neue"/>
              </a:defRPr>
            </a:lvl8pPr>
            <a:lvl9pPr>
              <a:defRPr sz="2100" b="1">
                <a:solidFill>
                  <a:srgbClr val="20151D"/>
                </a:solidFill>
                <a:latin typeface="Helvetica Neue"/>
                <a:ea typeface="Helvetica Neue"/>
                <a:cs typeface="Helvetica Neue"/>
              </a:defRPr>
            </a:lvl9pPr>
          </a:lstStyle>
          <a:p xmlns:a="http://schemas.openxmlformats.org/drawingml/2006/main">
            <a:pPr>
              <a:defRPr sz="2100" b="1">
                <a:solidFill>
                  <a:srgbClr val="20151D"/>
                </a:solidFill>
                <a:latin typeface="Helvetica Neue"/>
                <a:ea typeface="Helvetica Neue"/>
                <a:cs typeface="Helvetica Neue"/>
              </a:defRPr>
            </a:pPr>
            <a:r>
              <a:rPr sz="2100" b="1">
                <a:solidFill>
                  <a:srgbClr val="20151D"/>
                </a:solidFill>
                <a:latin typeface="Helvetica Neue"/>
                <a:ea typeface="Helvetica Neue"/>
                <a:cs typeface="Helvetica Neue"/>
              </a:rPr>
              <a:t>Type and timestamp</a:t>
            </a:r>
          </a:p>
        </p:txBody>
      </p:sp>
      <p:sp>
        <p:nvSpPr>
          <p:cNvPr id="6" name="">
            <a:extLst xmlns:a="http://schemas.openxmlformats.org/drawingml/2006/main">
              <a:ext uri="{FF2B5EF4-FFF2-40B4-BE49-F238E27FC236}">
                <a16:creationId xmlns:a16="http://schemas.microsoft.com/office/drawing/2014/main" id="{52BBB6AF-7F48-4E61-9198-70B0DF858043}"/>
              </a:ext>
            </a:extLst>
          </p:cNvPr>
          <p:cNvSpPr>
            <a:spLocks xmlns:a="http://schemas.openxmlformats.org/drawingml/2006/main" noGrp="1"/>
          </p:cNvSpPr>
          <p:nvPr/>
        </p:nvSpPr>
        <p:spPr>
          <a:xfrm xmlns:a="http://schemas.openxmlformats.org/drawingml/2006/main">
            <a:off x="4238625" y="56769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0151D"/>
                </a:solidFill>
                <a:latin typeface="Helvetica Neue"/>
                <a:ea typeface="Helvetica Neue"/>
                <a:cs typeface="Helvetica Neue"/>
              </a:defRPr>
            </a:defPPr>
            <a:lvl1pPr>
              <a:defRPr sz="2100" b="1">
                <a:solidFill>
                  <a:srgbClr val="20151D"/>
                </a:solidFill>
                <a:latin typeface="Helvetica Neue"/>
                <a:ea typeface="Helvetica Neue"/>
                <a:cs typeface="Helvetica Neue"/>
              </a:defRPr>
            </a:lvl1pPr>
            <a:lvl2pPr>
              <a:defRPr sz="2100" b="1">
                <a:solidFill>
                  <a:srgbClr val="20151D"/>
                </a:solidFill>
                <a:latin typeface="Helvetica Neue"/>
                <a:ea typeface="Helvetica Neue"/>
                <a:cs typeface="Helvetica Neue"/>
              </a:defRPr>
            </a:lvl2pPr>
            <a:lvl3pPr>
              <a:defRPr sz="2100" b="1">
                <a:solidFill>
                  <a:srgbClr val="20151D"/>
                </a:solidFill>
                <a:latin typeface="Helvetica Neue"/>
                <a:ea typeface="Helvetica Neue"/>
                <a:cs typeface="Helvetica Neue"/>
              </a:defRPr>
            </a:lvl3pPr>
            <a:lvl4pPr>
              <a:defRPr sz="2100" b="1">
                <a:solidFill>
                  <a:srgbClr val="20151D"/>
                </a:solidFill>
                <a:latin typeface="Helvetica Neue"/>
                <a:ea typeface="Helvetica Neue"/>
                <a:cs typeface="Helvetica Neue"/>
              </a:defRPr>
            </a:lvl4pPr>
            <a:lvl5pPr>
              <a:defRPr sz="2100" b="1">
                <a:solidFill>
                  <a:srgbClr val="20151D"/>
                </a:solidFill>
                <a:latin typeface="Helvetica Neue"/>
                <a:ea typeface="Helvetica Neue"/>
                <a:cs typeface="Helvetica Neue"/>
              </a:defRPr>
            </a:lvl5pPr>
            <a:lvl6pPr>
              <a:defRPr sz="2100" b="1">
                <a:solidFill>
                  <a:srgbClr val="20151D"/>
                </a:solidFill>
                <a:latin typeface="Helvetica Neue"/>
                <a:ea typeface="Helvetica Neue"/>
                <a:cs typeface="Helvetica Neue"/>
              </a:defRPr>
            </a:lvl6pPr>
            <a:lvl7pPr>
              <a:defRPr sz="2100" b="1">
                <a:solidFill>
                  <a:srgbClr val="20151D"/>
                </a:solidFill>
                <a:latin typeface="Helvetica Neue"/>
                <a:ea typeface="Helvetica Neue"/>
                <a:cs typeface="Helvetica Neue"/>
              </a:defRPr>
            </a:lvl7pPr>
            <a:lvl8pPr>
              <a:defRPr sz="2100" b="1">
                <a:solidFill>
                  <a:srgbClr val="20151D"/>
                </a:solidFill>
                <a:latin typeface="Helvetica Neue"/>
                <a:ea typeface="Helvetica Neue"/>
                <a:cs typeface="Helvetica Neue"/>
              </a:defRPr>
            </a:lvl8pPr>
            <a:lvl9pPr>
              <a:defRPr sz="2100" b="1">
                <a:solidFill>
                  <a:srgbClr val="20151D"/>
                </a:solidFill>
                <a:latin typeface="Helvetica Neue"/>
                <a:ea typeface="Helvetica Neue"/>
                <a:cs typeface="Helvetica Neue"/>
              </a:defRPr>
            </a:lvl9pPr>
          </a:lstStyle>
          <a:p xmlns:a="http://schemas.openxmlformats.org/drawingml/2006/main">
            <a:pPr>
              <a:defRPr sz="2100" b="1">
                <a:solidFill>
                  <a:srgbClr val="20151D"/>
                </a:solidFill>
                <a:latin typeface="Helvetica Neue"/>
                <a:ea typeface="Helvetica Neue"/>
                <a:cs typeface="Helvetica Neue"/>
              </a:defRPr>
            </a:pPr>
            <a:r>
              <a:rPr sz="2100" b="1">
                <a:solidFill>
                  <a:srgbClr val="20151D"/>
                </a:solidFill>
                <a:latin typeface="Helvetica Neue"/>
                <a:ea typeface="Helvetica Neue"/>
                <a:cs typeface="Helvetica Neue"/>
              </a:rPr>
              <a:t>1–3 complete JPEGs</a:t>
            </a:r>
          </a:p>
        </p:txBody>
      </p:sp>
      <p:sp>
        <p:nvSpPr>
          <p:cNvPr id="7" name="">
            <a:extLst xmlns:a="http://schemas.openxmlformats.org/drawingml/2006/main">
              <a:ext uri="{FF2B5EF4-FFF2-40B4-BE49-F238E27FC236}">
                <a16:creationId xmlns:a16="http://schemas.microsoft.com/office/drawing/2014/main" id="{02891EB4-7B5F-4D51-AC54-7D4FBE818999}"/>
              </a:ext>
            </a:extLst>
          </p:cNvPr>
          <p:cNvSpPr>
            <a:spLocks xmlns:a="http://schemas.openxmlformats.org/drawingml/2006/main" noGrp="1"/>
          </p:cNvSpPr>
          <p:nvPr/>
        </p:nvSpPr>
        <p:spPr>
          <a:xfrm xmlns:a="http://schemas.openxmlformats.org/drawingml/2006/main">
            <a:off x="7953375" y="5676900"/>
            <a:ext cx="3552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0151D"/>
                </a:solidFill>
                <a:latin typeface="Helvetica Neue"/>
                <a:ea typeface="Helvetica Neue"/>
                <a:cs typeface="Helvetica Neue"/>
              </a:defRPr>
            </a:defPPr>
            <a:lvl1pPr>
              <a:defRPr sz="2100" b="1">
                <a:solidFill>
                  <a:srgbClr val="20151D"/>
                </a:solidFill>
                <a:latin typeface="Helvetica Neue"/>
                <a:ea typeface="Helvetica Neue"/>
                <a:cs typeface="Helvetica Neue"/>
              </a:defRPr>
            </a:lvl1pPr>
            <a:lvl2pPr>
              <a:defRPr sz="2100" b="1">
                <a:solidFill>
                  <a:srgbClr val="20151D"/>
                </a:solidFill>
                <a:latin typeface="Helvetica Neue"/>
                <a:ea typeface="Helvetica Neue"/>
                <a:cs typeface="Helvetica Neue"/>
              </a:defRPr>
            </a:lvl2pPr>
            <a:lvl3pPr>
              <a:defRPr sz="2100" b="1">
                <a:solidFill>
                  <a:srgbClr val="20151D"/>
                </a:solidFill>
                <a:latin typeface="Helvetica Neue"/>
                <a:ea typeface="Helvetica Neue"/>
                <a:cs typeface="Helvetica Neue"/>
              </a:defRPr>
            </a:lvl3pPr>
            <a:lvl4pPr>
              <a:defRPr sz="2100" b="1">
                <a:solidFill>
                  <a:srgbClr val="20151D"/>
                </a:solidFill>
                <a:latin typeface="Helvetica Neue"/>
                <a:ea typeface="Helvetica Neue"/>
                <a:cs typeface="Helvetica Neue"/>
              </a:defRPr>
            </a:lvl4pPr>
            <a:lvl5pPr>
              <a:defRPr sz="2100" b="1">
                <a:solidFill>
                  <a:srgbClr val="20151D"/>
                </a:solidFill>
                <a:latin typeface="Helvetica Neue"/>
                <a:ea typeface="Helvetica Neue"/>
                <a:cs typeface="Helvetica Neue"/>
              </a:defRPr>
            </a:lvl5pPr>
            <a:lvl6pPr>
              <a:defRPr sz="2100" b="1">
                <a:solidFill>
                  <a:srgbClr val="20151D"/>
                </a:solidFill>
                <a:latin typeface="Helvetica Neue"/>
                <a:ea typeface="Helvetica Neue"/>
                <a:cs typeface="Helvetica Neue"/>
              </a:defRPr>
            </a:lvl6pPr>
            <a:lvl7pPr>
              <a:defRPr sz="2100" b="1">
                <a:solidFill>
                  <a:srgbClr val="20151D"/>
                </a:solidFill>
                <a:latin typeface="Helvetica Neue"/>
                <a:ea typeface="Helvetica Neue"/>
                <a:cs typeface="Helvetica Neue"/>
              </a:defRPr>
            </a:lvl7pPr>
            <a:lvl8pPr>
              <a:defRPr sz="2100" b="1">
                <a:solidFill>
                  <a:srgbClr val="20151D"/>
                </a:solidFill>
                <a:latin typeface="Helvetica Neue"/>
                <a:ea typeface="Helvetica Neue"/>
                <a:cs typeface="Helvetica Neue"/>
              </a:defRPr>
            </a:lvl8pPr>
            <a:lvl9pPr>
              <a:defRPr sz="2100" b="1">
                <a:solidFill>
                  <a:srgbClr val="20151D"/>
                </a:solidFill>
                <a:latin typeface="Helvetica Neue"/>
                <a:ea typeface="Helvetica Neue"/>
                <a:cs typeface="Helvetica Neue"/>
              </a:defRPr>
            </a:lvl9pPr>
          </a:lstStyle>
          <a:p xmlns:a="http://schemas.openxmlformats.org/drawingml/2006/main">
            <a:pPr>
              <a:defRPr sz="2100" b="1">
                <a:solidFill>
                  <a:srgbClr val="20151D"/>
                </a:solidFill>
                <a:latin typeface="Helvetica Neue"/>
                <a:ea typeface="Helvetica Neue"/>
                <a:cs typeface="Helvetica Neue"/>
              </a:defRPr>
            </a:pPr>
            <a:r>
              <a:rPr sz="2100" b="1">
                <a:solidFill>
                  <a:srgbClr val="20151D"/>
                </a:solidFill>
                <a:latin typeface="Helvetica Neue"/>
                <a:ea typeface="Helvetica Neue"/>
                <a:cs typeface="Helvetica Neue"/>
              </a:rPr>
              <a:t>Rule and explanation</a:t>
            </a:r>
          </a:p>
        </p:txBody>
      </p:sp>
    </p:spTree>
    <p:extLst>
      <p:ext uri="{BB962C8B-B14F-4D97-AF65-F5344CB8AC3E}">
        <p14:creationId xmlns:p14="http://schemas.microsoft.com/office/powerpoint/2010/main" val="184018046"/>
      </p:ext>
    </p:extLst>
  </p:cSld>
</p:sld>
</file>

<file path=ppt/slides/slide3.xml><?xml version="1.0" encoding="utf-8"?>
<p:sld xmlns:p="http://schemas.openxmlformats.org/presentationml/2006/main">
  <p:cSld>
    <p:bg>
      <p:bgPr>
        <a:solidFill xmlns:a="http://schemas.openxmlformats.org/drawingml/2006/main">
          <a:srgbClr val="2B1021"/>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FB0582B-1DD9-4947-B186-AA750E80E038}"/>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FFFFFF"/>
                </a:solidFill>
                <a:latin typeface="Helvetica Neue"/>
                <a:ea typeface="Helvetica Neue"/>
                <a:cs typeface="Helvetica Neue"/>
              </a:defRPr>
            </a:defPPr>
            <a:lvl1pPr>
              <a:defRPr sz="3450" b="1">
                <a:solidFill>
                  <a:srgbClr val="FFFFFF"/>
                </a:solidFill>
                <a:latin typeface="Helvetica Neue"/>
                <a:ea typeface="Helvetica Neue"/>
                <a:cs typeface="Helvetica Neue"/>
              </a:defRPr>
            </a:lvl1pPr>
            <a:lvl2pPr>
              <a:defRPr sz="3450" b="1">
                <a:solidFill>
                  <a:srgbClr val="FFFFFF"/>
                </a:solidFill>
                <a:latin typeface="Helvetica Neue"/>
                <a:ea typeface="Helvetica Neue"/>
                <a:cs typeface="Helvetica Neue"/>
              </a:defRPr>
            </a:lvl2pPr>
            <a:lvl3pPr>
              <a:defRPr sz="3450" b="1">
                <a:solidFill>
                  <a:srgbClr val="FFFFFF"/>
                </a:solidFill>
                <a:latin typeface="Helvetica Neue"/>
                <a:ea typeface="Helvetica Neue"/>
                <a:cs typeface="Helvetica Neue"/>
              </a:defRPr>
            </a:lvl3pPr>
            <a:lvl4pPr>
              <a:defRPr sz="3450" b="1">
                <a:solidFill>
                  <a:srgbClr val="FFFFFF"/>
                </a:solidFill>
                <a:latin typeface="Helvetica Neue"/>
                <a:ea typeface="Helvetica Neue"/>
                <a:cs typeface="Helvetica Neue"/>
              </a:defRPr>
            </a:lvl4pPr>
            <a:lvl5pPr>
              <a:defRPr sz="3450" b="1">
                <a:solidFill>
                  <a:srgbClr val="FFFFFF"/>
                </a:solidFill>
                <a:latin typeface="Helvetica Neue"/>
                <a:ea typeface="Helvetica Neue"/>
                <a:cs typeface="Helvetica Neue"/>
              </a:defRPr>
            </a:lvl5pPr>
            <a:lvl6pPr>
              <a:defRPr sz="3450" b="1">
                <a:solidFill>
                  <a:srgbClr val="FFFFFF"/>
                </a:solidFill>
                <a:latin typeface="Helvetica Neue"/>
                <a:ea typeface="Helvetica Neue"/>
                <a:cs typeface="Helvetica Neue"/>
              </a:defRPr>
            </a:lvl6pPr>
            <a:lvl7pPr>
              <a:defRPr sz="3450" b="1">
                <a:solidFill>
                  <a:srgbClr val="FFFFFF"/>
                </a:solidFill>
                <a:latin typeface="Helvetica Neue"/>
                <a:ea typeface="Helvetica Neue"/>
                <a:cs typeface="Helvetica Neue"/>
              </a:defRPr>
            </a:lvl7pPr>
            <a:lvl8pPr>
              <a:defRPr sz="3450" b="1">
                <a:solidFill>
                  <a:srgbClr val="FFFFFF"/>
                </a:solidFill>
                <a:latin typeface="Helvetica Neue"/>
                <a:ea typeface="Helvetica Neue"/>
                <a:cs typeface="Helvetica Neue"/>
              </a:defRPr>
            </a:lvl8pPr>
            <a:lvl9pPr>
              <a:defRPr sz="3450" b="1">
                <a:solidFill>
                  <a:srgbClr val="FFFFFF"/>
                </a:solidFill>
                <a:latin typeface="Helvetica Neue"/>
                <a:ea typeface="Helvetica Neue"/>
                <a:cs typeface="Helvetica Neue"/>
              </a:defRPr>
            </a:lvl9pPr>
          </a:lstStyle>
          <a:p xmlns:a="http://schemas.openxmlformats.org/drawingml/2006/main">
            <a:pPr>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All inference stays inside the service</a:t>
            </a:r>
          </a:p>
        </p:txBody>
      </p:sp>
      <p:sp>
        <p:nvSpPr>
          <p:cNvPr id="2" name="">
            <a:extLst xmlns:a="http://schemas.openxmlformats.org/drawingml/2006/main">
              <a:ext uri="{FF2B5EF4-FFF2-40B4-BE49-F238E27FC236}">
                <a16:creationId xmlns:a16="http://schemas.microsoft.com/office/drawing/2014/main" id="{AD3077A8-CF18-4790-8CC4-F0135117E760}"/>
              </a:ext>
            </a:extLst>
          </p:cNvPr>
          <p:cNvSpPr>
            <a:spLocks xmlns:a="http://schemas.openxmlformats.org/drawingml/2006/main" noGrp="1"/>
          </p:cNvSpPr>
          <p:nvPr/>
        </p:nvSpPr>
        <p:spPr>
          <a:xfrm xmlns:a="http://schemas.openxmlformats.org/drawingml/2006/main">
            <a:off x="6858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EC6D5"/>
                </a:solidFill>
                <a:latin typeface="Helvetica Neue"/>
                <a:ea typeface="Helvetica Neue"/>
                <a:cs typeface="Helvetica Neue"/>
              </a:defRPr>
            </a:defPPr>
            <a:lvl1pPr>
              <a:defRPr sz="1275" b="0">
                <a:solidFill>
                  <a:srgbClr val="DEC6D5"/>
                </a:solidFill>
                <a:latin typeface="Helvetica Neue"/>
                <a:ea typeface="Helvetica Neue"/>
                <a:cs typeface="Helvetica Neue"/>
              </a:defRPr>
            </a:lvl1pPr>
            <a:lvl2pPr>
              <a:defRPr sz="1275" b="0">
                <a:solidFill>
                  <a:srgbClr val="DEC6D5"/>
                </a:solidFill>
                <a:latin typeface="Helvetica Neue"/>
                <a:ea typeface="Helvetica Neue"/>
                <a:cs typeface="Helvetica Neue"/>
              </a:defRPr>
            </a:lvl2pPr>
            <a:lvl3pPr>
              <a:defRPr sz="1275" b="0">
                <a:solidFill>
                  <a:srgbClr val="DEC6D5"/>
                </a:solidFill>
                <a:latin typeface="Helvetica Neue"/>
                <a:ea typeface="Helvetica Neue"/>
                <a:cs typeface="Helvetica Neue"/>
              </a:defRPr>
            </a:lvl3pPr>
            <a:lvl4pPr>
              <a:defRPr sz="1275" b="0">
                <a:solidFill>
                  <a:srgbClr val="DEC6D5"/>
                </a:solidFill>
                <a:latin typeface="Helvetica Neue"/>
                <a:ea typeface="Helvetica Neue"/>
                <a:cs typeface="Helvetica Neue"/>
              </a:defRPr>
            </a:lvl4pPr>
            <a:lvl5pPr>
              <a:defRPr sz="1275" b="0">
                <a:solidFill>
                  <a:srgbClr val="DEC6D5"/>
                </a:solidFill>
                <a:latin typeface="Helvetica Neue"/>
                <a:ea typeface="Helvetica Neue"/>
                <a:cs typeface="Helvetica Neue"/>
              </a:defRPr>
            </a:lvl5pPr>
            <a:lvl6pPr>
              <a:defRPr sz="1275" b="0">
                <a:solidFill>
                  <a:srgbClr val="DEC6D5"/>
                </a:solidFill>
                <a:latin typeface="Helvetica Neue"/>
                <a:ea typeface="Helvetica Neue"/>
                <a:cs typeface="Helvetica Neue"/>
              </a:defRPr>
            </a:lvl6pPr>
            <a:lvl7pPr>
              <a:defRPr sz="1275" b="0">
                <a:solidFill>
                  <a:srgbClr val="DEC6D5"/>
                </a:solidFill>
                <a:latin typeface="Helvetica Neue"/>
                <a:ea typeface="Helvetica Neue"/>
                <a:cs typeface="Helvetica Neue"/>
              </a:defRPr>
            </a:lvl7pPr>
            <a:lvl8pPr>
              <a:defRPr sz="1275" b="0">
                <a:solidFill>
                  <a:srgbClr val="DEC6D5"/>
                </a:solidFill>
                <a:latin typeface="Helvetica Neue"/>
                <a:ea typeface="Helvetica Neue"/>
                <a:cs typeface="Helvetica Neue"/>
              </a:defRPr>
            </a:lvl8pPr>
            <a:lvl9pPr>
              <a:defRPr sz="1275" b="0">
                <a:solidFill>
                  <a:srgbClr val="DEC6D5"/>
                </a:solidFill>
                <a:latin typeface="Helvetica Neue"/>
                <a:ea typeface="Helvetica Neue"/>
                <a:cs typeface="Helvetica Neue"/>
              </a:defRPr>
            </a:lvl9pPr>
          </a:lstStyle>
          <a:p xmlns:a="http://schemas.openxmlformats.org/drawingml/2006/main">
            <a:pPr>
              <a:defRPr sz="1275" b="0">
                <a:solidFill>
                  <a:srgbClr val="DEC6D5"/>
                </a:solidFill>
                <a:latin typeface="Helvetica Neue"/>
                <a:ea typeface="Helvetica Neue"/>
                <a:cs typeface="Helvetica Neue"/>
              </a:defRPr>
            </a:pPr>
            <a:r>
              <a:rPr sz="1275" b="0">
                <a:solidFill>
                  <a:srgbClr val="DEC6D5"/>
                </a:solidFill>
                <a:latin typeface="Helvetica Neue"/>
                <a:ea typeface="Helvetica Neue"/>
                <a:cs typeface="Helvetica Neue"/>
              </a:rPr>
              <a:t>8bit  /  Datathon 26</a:t>
            </a:r>
          </a:p>
        </p:txBody>
      </p:sp>
      <p:sp>
        <p:nvSpPr>
          <p:cNvPr id="3" name="">
            <a:extLst xmlns:a="http://schemas.openxmlformats.org/drawingml/2006/main">
              <a:ext uri="{FF2B5EF4-FFF2-40B4-BE49-F238E27FC236}">
                <a16:creationId xmlns:a16="http://schemas.microsoft.com/office/drawing/2014/main" id="{62719FFE-EB33-48E7-9D07-1F6BD652B13D}"/>
              </a:ext>
            </a:extLst>
          </p:cNvPr>
          <p:cNvSpPr>
            <a:spLocks xmlns:a="http://schemas.openxmlformats.org/drawingml/2006/main" noGrp="1"/>
          </p:cNvSpPr>
          <p:nvPr/>
        </p:nvSpPr>
        <p:spPr>
          <a:xfrm xmlns:a="http://schemas.openxmlformats.org/drawingml/2006/main">
            <a:off x="11096625"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EC6D5"/>
                </a:solidFill>
                <a:latin typeface="Helvetica Neue"/>
                <a:ea typeface="Helvetica Neue"/>
                <a:cs typeface="Helvetica Neue"/>
              </a:defRPr>
            </a:defPPr>
            <a:lvl1pPr>
              <a:defRPr sz="1275" b="0">
                <a:solidFill>
                  <a:srgbClr val="DEC6D5"/>
                </a:solidFill>
                <a:latin typeface="Helvetica Neue"/>
                <a:ea typeface="Helvetica Neue"/>
                <a:cs typeface="Helvetica Neue"/>
              </a:defRPr>
            </a:lvl1pPr>
            <a:lvl2pPr>
              <a:defRPr sz="1275" b="0">
                <a:solidFill>
                  <a:srgbClr val="DEC6D5"/>
                </a:solidFill>
                <a:latin typeface="Helvetica Neue"/>
                <a:ea typeface="Helvetica Neue"/>
                <a:cs typeface="Helvetica Neue"/>
              </a:defRPr>
            </a:lvl2pPr>
            <a:lvl3pPr>
              <a:defRPr sz="1275" b="0">
                <a:solidFill>
                  <a:srgbClr val="DEC6D5"/>
                </a:solidFill>
                <a:latin typeface="Helvetica Neue"/>
                <a:ea typeface="Helvetica Neue"/>
                <a:cs typeface="Helvetica Neue"/>
              </a:defRPr>
            </a:lvl3pPr>
            <a:lvl4pPr>
              <a:defRPr sz="1275" b="0">
                <a:solidFill>
                  <a:srgbClr val="DEC6D5"/>
                </a:solidFill>
                <a:latin typeface="Helvetica Neue"/>
                <a:ea typeface="Helvetica Neue"/>
                <a:cs typeface="Helvetica Neue"/>
              </a:defRPr>
            </a:lvl4pPr>
            <a:lvl5pPr>
              <a:defRPr sz="1275" b="0">
                <a:solidFill>
                  <a:srgbClr val="DEC6D5"/>
                </a:solidFill>
                <a:latin typeface="Helvetica Neue"/>
                <a:ea typeface="Helvetica Neue"/>
                <a:cs typeface="Helvetica Neue"/>
              </a:defRPr>
            </a:lvl5pPr>
            <a:lvl6pPr>
              <a:defRPr sz="1275" b="0">
                <a:solidFill>
                  <a:srgbClr val="DEC6D5"/>
                </a:solidFill>
                <a:latin typeface="Helvetica Neue"/>
                <a:ea typeface="Helvetica Neue"/>
                <a:cs typeface="Helvetica Neue"/>
              </a:defRPr>
            </a:lvl6pPr>
            <a:lvl7pPr>
              <a:defRPr sz="1275" b="0">
                <a:solidFill>
                  <a:srgbClr val="DEC6D5"/>
                </a:solidFill>
                <a:latin typeface="Helvetica Neue"/>
                <a:ea typeface="Helvetica Neue"/>
                <a:cs typeface="Helvetica Neue"/>
              </a:defRPr>
            </a:lvl7pPr>
            <a:lvl8pPr>
              <a:defRPr sz="1275" b="0">
                <a:solidFill>
                  <a:srgbClr val="DEC6D5"/>
                </a:solidFill>
                <a:latin typeface="Helvetica Neue"/>
                <a:ea typeface="Helvetica Neue"/>
                <a:cs typeface="Helvetica Neue"/>
              </a:defRPr>
            </a:lvl8pPr>
            <a:lvl9pPr>
              <a:defRPr sz="1275" b="0">
                <a:solidFill>
                  <a:srgbClr val="DEC6D5"/>
                </a:solidFill>
                <a:latin typeface="Helvetica Neue"/>
                <a:ea typeface="Helvetica Neue"/>
                <a:cs typeface="Helvetica Neue"/>
              </a:defRPr>
            </a:lvl9pPr>
          </a:lstStyle>
          <a:p xmlns:a="http://schemas.openxmlformats.org/drawingml/2006/main">
            <a:pPr>
              <a:defRPr sz="1275" b="0">
                <a:solidFill>
                  <a:srgbClr val="DEC6D5"/>
                </a:solidFill>
                <a:latin typeface="Helvetica Neue"/>
                <a:ea typeface="Helvetica Neue"/>
                <a:cs typeface="Helvetica Neue"/>
              </a:defRPr>
            </a:pPr>
            <a:r>
              <a:rPr sz="1275" b="0">
                <a:solidFill>
                  <a:srgbClr val="DEC6D5"/>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1DDF98CF-9C11-4372-A517-93796DB60419}"/>
              </a:ext>
            </a:extLst>
          </p:cNvPr>
          <p:cNvSpPr>
            <a:spLocks xmlns:a="http://schemas.openxmlformats.org/drawingml/2006/main" noGrp="1"/>
          </p:cNvSpPr>
          <p:nvPr/>
        </p:nvSpPr>
        <p:spPr>
          <a:xfrm xmlns:a="http://schemas.openxmlformats.org/drawingml/2006/main">
            <a:off x="685800" y="17145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DEC6D5"/>
                </a:solidFill>
                <a:latin typeface="Helvetica Neue"/>
                <a:ea typeface="Helvetica Neue"/>
                <a:cs typeface="Helvetica Neue"/>
              </a:defRPr>
            </a:defPPr>
            <a:lvl1pPr>
              <a:defRPr sz="2175" b="1">
                <a:solidFill>
                  <a:srgbClr val="DEC6D5"/>
                </a:solidFill>
                <a:latin typeface="Helvetica Neue"/>
                <a:ea typeface="Helvetica Neue"/>
                <a:cs typeface="Helvetica Neue"/>
              </a:defRPr>
            </a:lvl1pPr>
            <a:lvl2pPr>
              <a:defRPr sz="2175" b="1">
                <a:solidFill>
                  <a:srgbClr val="DEC6D5"/>
                </a:solidFill>
                <a:latin typeface="Helvetica Neue"/>
                <a:ea typeface="Helvetica Neue"/>
                <a:cs typeface="Helvetica Neue"/>
              </a:defRPr>
            </a:lvl2pPr>
            <a:lvl3pPr>
              <a:defRPr sz="2175" b="1">
                <a:solidFill>
                  <a:srgbClr val="DEC6D5"/>
                </a:solidFill>
                <a:latin typeface="Helvetica Neue"/>
                <a:ea typeface="Helvetica Neue"/>
                <a:cs typeface="Helvetica Neue"/>
              </a:defRPr>
            </a:lvl3pPr>
            <a:lvl4pPr>
              <a:defRPr sz="2175" b="1">
                <a:solidFill>
                  <a:srgbClr val="DEC6D5"/>
                </a:solidFill>
                <a:latin typeface="Helvetica Neue"/>
                <a:ea typeface="Helvetica Neue"/>
                <a:cs typeface="Helvetica Neue"/>
              </a:defRPr>
            </a:lvl4pPr>
            <a:lvl5pPr>
              <a:defRPr sz="2175" b="1">
                <a:solidFill>
                  <a:srgbClr val="DEC6D5"/>
                </a:solidFill>
                <a:latin typeface="Helvetica Neue"/>
                <a:ea typeface="Helvetica Neue"/>
                <a:cs typeface="Helvetica Neue"/>
              </a:defRPr>
            </a:lvl5pPr>
            <a:lvl6pPr>
              <a:defRPr sz="2175" b="1">
                <a:solidFill>
                  <a:srgbClr val="DEC6D5"/>
                </a:solidFill>
                <a:latin typeface="Helvetica Neue"/>
                <a:ea typeface="Helvetica Neue"/>
                <a:cs typeface="Helvetica Neue"/>
              </a:defRPr>
            </a:lvl6pPr>
            <a:lvl7pPr>
              <a:defRPr sz="2175" b="1">
                <a:solidFill>
                  <a:srgbClr val="DEC6D5"/>
                </a:solidFill>
                <a:latin typeface="Helvetica Neue"/>
                <a:ea typeface="Helvetica Neue"/>
                <a:cs typeface="Helvetica Neue"/>
              </a:defRPr>
            </a:lvl7pPr>
            <a:lvl8pPr>
              <a:defRPr sz="2175" b="1">
                <a:solidFill>
                  <a:srgbClr val="DEC6D5"/>
                </a:solidFill>
                <a:latin typeface="Helvetica Neue"/>
                <a:ea typeface="Helvetica Neue"/>
                <a:cs typeface="Helvetica Neue"/>
              </a:defRPr>
            </a:lvl8pPr>
            <a:lvl9pPr>
              <a:defRPr sz="2175" b="1">
                <a:solidFill>
                  <a:srgbClr val="DEC6D5"/>
                </a:solidFill>
                <a:latin typeface="Helvetica Neue"/>
                <a:ea typeface="Helvetica Neue"/>
                <a:cs typeface="Helvetica Neue"/>
              </a:defRPr>
            </a:lvl9pPr>
          </a:lstStyle>
          <a:p xmlns:a="http://schemas.openxmlformats.org/drawingml/2006/main">
            <a:pPr>
              <a:defRPr sz="2175" b="1">
                <a:solidFill>
                  <a:srgbClr val="DEC6D5"/>
                </a:solidFill>
                <a:latin typeface="Helvetica Neue"/>
                <a:ea typeface="Helvetica Neue"/>
                <a:cs typeface="Helvetica Neue"/>
              </a:defRPr>
            </a:pPr>
            <a:r>
              <a:rPr sz="2175" b="1">
                <a:solidFill>
                  <a:srgbClr val="DEC6D5"/>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9220154B-2502-44C4-ACB8-9D7D503972D4}"/>
              </a:ext>
            </a:extLst>
          </p:cNvPr>
          <p:cNvSpPr>
            <a:spLocks xmlns:a="http://schemas.openxmlformats.org/drawingml/2006/main" noGrp="1"/>
          </p:cNvSpPr>
          <p:nvPr/>
        </p:nvSpPr>
        <p:spPr>
          <a:xfrm xmlns:a="http://schemas.openxmlformats.org/drawingml/2006/main">
            <a:off x="1524000" y="17145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vl1pPr>
              <a:defRPr sz="2325" b="1">
                <a:solidFill>
                  <a:srgbClr val="FFFFFF"/>
                </a:solidFill>
                <a:latin typeface="Helvetica Neue"/>
                <a:ea typeface="Helvetica Neue"/>
                <a:cs typeface="Helvetica Neue"/>
              </a:defRPr>
            </a:lvl1pPr>
            <a:lvl2pPr>
              <a:defRPr sz="2325" b="1">
                <a:solidFill>
                  <a:srgbClr val="FFFFFF"/>
                </a:solidFill>
                <a:latin typeface="Helvetica Neue"/>
                <a:ea typeface="Helvetica Neue"/>
                <a:cs typeface="Helvetica Neue"/>
              </a:defRPr>
            </a:lvl2pPr>
            <a:lvl3pPr>
              <a:defRPr sz="2325" b="1">
                <a:solidFill>
                  <a:srgbClr val="FFFFFF"/>
                </a:solidFill>
                <a:latin typeface="Helvetica Neue"/>
                <a:ea typeface="Helvetica Neue"/>
                <a:cs typeface="Helvetica Neue"/>
              </a:defRPr>
            </a:lvl3pPr>
            <a:lvl4pPr>
              <a:defRPr sz="2325" b="1">
                <a:solidFill>
                  <a:srgbClr val="FFFFFF"/>
                </a:solidFill>
                <a:latin typeface="Helvetica Neue"/>
                <a:ea typeface="Helvetica Neue"/>
                <a:cs typeface="Helvetica Neue"/>
              </a:defRPr>
            </a:lvl4pPr>
            <a:lvl5pPr>
              <a:defRPr sz="2325" b="1">
                <a:solidFill>
                  <a:srgbClr val="FFFFFF"/>
                </a:solidFill>
                <a:latin typeface="Helvetica Neue"/>
                <a:ea typeface="Helvetica Neue"/>
                <a:cs typeface="Helvetica Neue"/>
              </a:defRPr>
            </a:lvl5pPr>
            <a:lvl6pPr>
              <a:defRPr sz="2325" b="1">
                <a:solidFill>
                  <a:srgbClr val="FFFFFF"/>
                </a:solidFill>
                <a:latin typeface="Helvetica Neue"/>
                <a:ea typeface="Helvetica Neue"/>
                <a:cs typeface="Helvetica Neue"/>
              </a:defRPr>
            </a:lvl6pPr>
            <a:lvl7pPr>
              <a:defRPr sz="2325" b="1">
                <a:solidFill>
                  <a:srgbClr val="FFFFFF"/>
                </a:solidFill>
                <a:latin typeface="Helvetica Neue"/>
                <a:ea typeface="Helvetica Neue"/>
                <a:cs typeface="Helvetica Neue"/>
              </a:defRPr>
            </a:lvl7pPr>
            <a:lvl8pPr>
              <a:defRPr sz="2325" b="1">
                <a:solidFill>
                  <a:srgbClr val="FFFFFF"/>
                </a:solidFill>
                <a:latin typeface="Helvetica Neue"/>
                <a:ea typeface="Helvetica Neue"/>
                <a:cs typeface="Helvetica Neue"/>
              </a:defRPr>
            </a:lvl8pPr>
            <a:lvl9pPr>
              <a:defRPr sz="2325" b="1">
                <a:solidFill>
                  <a:srgbClr val="FFFFFF"/>
                </a:solidFill>
                <a:latin typeface="Helvetica Neue"/>
                <a:ea typeface="Helvetica Neue"/>
                <a:cs typeface="Helvetica Neue"/>
              </a:defRPr>
            </a:lvl9pPr>
          </a:lstStyle>
          <a:p xmlns:a="http://schemas.openxmlformats.org/drawingml/2006/main">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Detection</a:t>
            </a:r>
          </a:p>
        </p:txBody>
      </p:sp>
      <p:sp>
        <p:nvSpPr>
          <p:cNvPr id="6" name="">
            <a:extLst xmlns:a="http://schemas.openxmlformats.org/drawingml/2006/main">
              <a:ext uri="{FF2B5EF4-FFF2-40B4-BE49-F238E27FC236}">
                <a16:creationId xmlns:a16="http://schemas.microsoft.com/office/drawing/2014/main" id="{18D9582C-8C48-4862-BAB4-09786BA5E3E4}"/>
              </a:ext>
            </a:extLst>
          </p:cNvPr>
          <p:cNvSpPr>
            <a:spLocks xmlns:a="http://schemas.openxmlformats.org/drawingml/2006/main" noGrp="1"/>
          </p:cNvSpPr>
          <p:nvPr/>
        </p:nvSpPr>
        <p:spPr>
          <a:xfrm xmlns:a="http://schemas.openxmlformats.org/drawingml/2006/main">
            <a:off x="5095875" y="1714500"/>
            <a:ext cx="6238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DEC6D5"/>
                </a:solidFill>
                <a:latin typeface="Helvetica Neue"/>
                <a:ea typeface="Helvetica Neue"/>
                <a:cs typeface="Helvetica Neue"/>
              </a:defRPr>
            </a:defPPr>
            <a:lvl1pPr>
              <a:defRPr sz="2025" b="0">
                <a:solidFill>
                  <a:srgbClr val="DEC6D5"/>
                </a:solidFill>
                <a:latin typeface="Helvetica Neue"/>
                <a:ea typeface="Helvetica Neue"/>
                <a:cs typeface="Helvetica Neue"/>
              </a:defRPr>
            </a:lvl1pPr>
            <a:lvl2pPr>
              <a:defRPr sz="2025" b="0">
                <a:solidFill>
                  <a:srgbClr val="DEC6D5"/>
                </a:solidFill>
                <a:latin typeface="Helvetica Neue"/>
                <a:ea typeface="Helvetica Neue"/>
                <a:cs typeface="Helvetica Neue"/>
              </a:defRPr>
            </a:lvl2pPr>
            <a:lvl3pPr>
              <a:defRPr sz="2025" b="0">
                <a:solidFill>
                  <a:srgbClr val="DEC6D5"/>
                </a:solidFill>
                <a:latin typeface="Helvetica Neue"/>
                <a:ea typeface="Helvetica Neue"/>
                <a:cs typeface="Helvetica Neue"/>
              </a:defRPr>
            </a:lvl3pPr>
            <a:lvl4pPr>
              <a:defRPr sz="2025" b="0">
                <a:solidFill>
                  <a:srgbClr val="DEC6D5"/>
                </a:solidFill>
                <a:latin typeface="Helvetica Neue"/>
                <a:ea typeface="Helvetica Neue"/>
                <a:cs typeface="Helvetica Neue"/>
              </a:defRPr>
            </a:lvl4pPr>
            <a:lvl5pPr>
              <a:defRPr sz="2025" b="0">
                <a:solidFill>
                  <a:srgbClr val="DEC6D5"/>
                </a:solidFill>
                <a:latin typeface="Helvetica Neue"/>
                <a:ea typeface="Helvetica Neue"/>
                <a:cs typeface="Helvetica Neue"/>
              </a:defRPr>
            </a:lvl5pPr>
            <a:lvl6pPr>
              <a:defRPr sz="2025" b="0">
                <a:solidFill>
                  <a:srgbClr val="DEC6D5"/>
                </a:solidFill>
                <a:latin typeface="Helvetica Neue"/>
                <a:ea typeface="Helvetica Neue"/>
                <a:cs typeface="Helvetica Neue"/>
              </a:defRPr>
            </a:lvl6pPr>
            <a:lvl7pPr>
              <a:defRPr sz="2025" b="0">
                <a:solidFill>
                  <a:srgbClr val="DEC6D5"/>
                </a:solidFill>
                <a:latin typeface="Helvetica Neue"/>
                <a:ea typeface="Helvetica Neue"/>
                <a:cs typeface="Helvetica Neue"/>
              </a:defRPr>
            </a:lvl7pPr>
            <a:lvl8pPr>
              <a:defRPr sz="2025" b="0">
                <a:solidFill>
                  <a:srgbClr val="DEC6D5"/>
                </a:solidFill>
                <a:latin typeface="Helvetica Neue"/>
                <a:ea typeface="Helvetica Neue"/>
                <a:cs typeface="Helvetica Neue"/>
              </a:defRPr>
            </a:lvl8pPr>
            <a:lvl9pPr>
              <a:defRPr sz="2025" b="0">
                <a:solidFill>
                  <a:srgbClr val="DEC6D5"/>
                </a:solidFill>
                <a:latin typeface="Helvetica Neue"/>
                <a:ea typeface="Helvetica Neue"/>
                <a:cs typeface="Helvetica Neue"/>
              </a:defRPr>
            </a:lvl9pPr>
          </a:lstStyle>
          <a:p xmlns:a="http://schemas.openxmlformats.org/drawingml/2006/main">
            <a:pPr>
              <a:defRPr sz="2025" b="0">
                <a:solidFill>
                  <a:srgbClr val="DEC6D5"/>
                </a:solidFill>
                <a:latin typeface="Helvetica Neue"/>
                <a:ea typeface="Helvetica Neue"/>
                <a:cs typeface="Helvetica Neue"/>
              </a:defRPr>
            </a:pPr>
            <a:r>
              <a:rPr sz="2025" b="0">
                <a:solidFill>
                  <a:srgbClr val="DEC6D5"/>
                </a:solidFill>
                <a:latin typeface="Helvetica Neue"/>
                <a:ea typeface="Helvetica Neue"/>
                <a:cs typeface="Helvetica Neue"/>
              </a:rPr>
              <a:t>RT-DETRv2 and OWLv2 locate people, objects and scene regions</a:t>
            </a:r>
          </a:p>
        </p:txBody>
      </p:sp>
      <p:sp>
        <p:nvSpPr>
          <p:cNvPr id="7" name="">
            <a:extLst xmlns:a="http://schemas.openxmlformats.org/drawingml/2006/main">
              <a:ext uri="{FF2B5EF4-FFF2-40B4-BE49-F238E27FC236}">
                <a16:creationId xmlns:a16="http://schemas.microsoft.com/office/drawing/2014/main" id="{2FFA4193-D577-44AD-A682-E3C2D5FF346F}"/>
              </a:ext>
            </a:extLst>
          </p:cNvPr>
          <p:cNvSpPr>
            <a:spLocks xmlns:a="http://schemas.openxmlformats.org/drawingml/2006/main" noGrp="1"/>
          </p:cNvSpPr>
          <p:nvPr/>
        </p:nvSpPr>
        <p:spPr>
          <a:xfrm xmlns:a="http://schemas.openxmlformats.org/drawingml/2006/main">
            <a:off x="685800" y="27622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DEC6D5"/>
                </a:solidFill>
                <a:latin typeface="Helvetica Neue"/>
                <a:ea typeface="Helvetica Neue"/>
                <a:cs typeface="Helvetica Neue"/>
              </a:defRPr>
            </a:defPPr>
            <a:lvl1pPr>
              <a:defRPr sz="2175" b="1">
                <a:solidFill>
                  <a:srgbClr val="DEC6D5"/>
                </a:solidFill>
                <a:latin typeface="Helvetica Neue"/>
                <a:ea typeface="Helvetica Neue"/>
                <a:cs typeface="Helvetica Neue"/>
              </a:defRPr>
            </a:lvl1pPr>
            <a:lvl2pPr>
              <a:defRPr sz="2175" b="1">
                <a:solidFill>
                  <a:srgbClr val="DEC6D5"/>
                </a:solidFill>
                <a:latin typeface="Helvetica Neue"/>
                <a:ea typeface="Helvetica Neue"/>
                <a:cs typeface="Helvetica Neue"/>
              </a:defRPr>
            </a:lvl2pPr>
            <a:lvl3pPr>
              <a:defRPr sz="2175" b="1">
                <a:solidFill>
                  <a:srgbClr val="DEC6D5"/>
                </a:solidFill>
                <a:latin typeface="Helvetica Neue"/>
                <a:ea typeface="Helvetica Neue"/>
                <a:cs typeface="Helvetica Neue"/>
              </a:defRPr>
            </a:lvl3pPr>
            <a:lvl4pPr>
              <a:defRPr sz="2175" b="1">
                <a:solidFill>
                  <a:srgbClr val="DEC6D5"/>
                </a:solidFill>
                <a:latin typeface="Helvetica Neue"/>
                <a:ea typeface="Helvetica Neue"/>
                <a:cs typeface="Helvetica Neue"/>
              </a:defRPr>
            </a:lvl4pPr>
            <a:lvl5pPr>
              <a:defRPr sz="2175" b="1">
                <a:solidFill>
                  <a:srgbClr val="DEC6D5"/>
                </a:solidFill>
                <a:latin typeface="Helvetica Neue"/>
                <a:ea typeface="Helvetica Neue"/>
                <a:cs typeface="Helvetica Neue"/>
              </a:defRPr>
            </a:lvl5pPr>
            <a:lvl6pPr>
              <a:defRPr sz="2175" b="1">
                <a:solidFill>
                  <a:srgbClr val="DEC6D5"/>
                </a:solidFill>
                <a:latin typeface="Helvetica Neue"/>
                <a:ea typeface="Helvetica Neue"/>
                <a:cs typeface="Helvetica Neue"/>
              </a:defRPr>
            </a:lvl6pPr>
            <a:lvl7pPr>
              <a:defRPr sz="2175" b="1">
                <a:solidFill>
                  <a:srgbClr val="DEC6D5"/>
                </a:solidFill>
                <a:latin typeface="Helvetica Neue"/>
                <a:ea typeface="Helvetica Neue"/>
                <a:cs typeface="Helvetica Neue"/>
              </a:defRPr>
            </a:lvl7pPr>
            <a:lvl8pPr>
              <a:defRPr sz="2175" b="1">
                <a:solidFill>
                  <a:srgbClr val="DEC6D5"/>
                </a:solidFill>
                <a:latin typeface="Helvetica Neue"/>
                <a:ea typeface="Helvetica Neue"/>
                <a:cs typeface="Helvetica Neue"/>
              </a:defRPr>
            </a:lvl8pPr>
            <a:lvl9pPr>
              <a:defRPr sz="2175" b="1">
                <a:solidFill>
                  <a:srgbClr val="DEC6D5"/>
                </a:solidFill>
                <a:latin typeface="Helvetica Neue"/>
                <a:ea typeface="Helvetica Neue"/>
                <a:cs typeface="Helvetica Neue"/>
              </a:defRPr>
            </a:lvl9pPr>
          </a:lstStyle>
          <a:p xmlns:a="http://schemas.openxmlformats.org/drawingml/2006/main">
            <a:pPr>
              <a:defRPr sz="2175" b="1">
                <a:solidFill>
                  <a:srgbClr val="DEC6D5"/>
                </a:solidFill>
                <a:latin typeface="Helvetica Neue"/>
                <a:ea typeface="Helvetica Neue"/>
                <a:cs typeface="Helvetica Neue"/>
              </a:defRPr>
            </a:pPr>
            <a:r>
              <a:rPr sz="2175" b="1">
                <a:solidFill>
                  <a:srgbClr val="DEC6D5"/>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530968B7-45C0-4ECF-B9C4-F0F52A33A51D}"/>
              </a:ext>
            </a:extLst>
          </p:cNvPr>
          <p:cNvSpPr>
            <a:spLocks xmlns:a="http://schemas.openxmlformats.org/drawingml/2006/main" noGrp="1"/>
          </p:cNvSpPr>
          <p:nvPr/>
        </p:nvSpPr>
        <p:spPr>
          <a:xfrm xmlns:a="http://schemas.openxmlformats.org/drawingml/2006/main">
            <a:off x="1524000" y="276225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vl1pPr>
              <a:defRPr sz="2325" b="1">
                <a:solidFill>
                  <a:srgbClr val="FFFFFF"/>
                </a:solidFill>
                <a:latin typeface="Helvetica Neue"/>
                <a:ea typeface="Helvetica Neue"/>
                <a:cs typeface="Helvetica Neue"/>
              </a:defRPr>
            </a:lvl1pPr>
            <a:lvl2pPr>
              <a:defRPr sz="2325" b="1">
                <a:solidFill>
                  <a:srgbClr val="FFFFFF"/>
                </a:solidFill>
                <a:latin typeface="Helvetica Neue"/>
                <a:ea typeface="Helvetica Neue"/>
                <a:cs typeface="Helvetica Neue"/>
              </a:defRPr>
            </a:lvl2pPr>
            <a:lvl3pPr>
              <a:defRPr sz="2325" b="1">
                <a:solidFill>
                  <a:srgbClr val="FFFFFF"/>
                </a:solidFill>
                <a:latin typeface="Helvetica Neue"/>
                <a:ea typeface="Helvetica Neue"/>
                <a:cs typeface="Helvetica Neue"/>
              </a:defRPr>
            </a:lvl3pPr>
            <a:lvl4pPr>
              <a:defRPr sz="2325" b="1">
                <a:solidFill>
                  <a:srgbClr val="FFFFFF"/>
                </a:solidFill>
                <a:latin typeface="Helvetica Neue"/>
                <a:ea typeface="Helvetica Neue"/>
                <a:cs typeface="Helvetica Neue"/>
              </a:defRPr>
            </a:lvl4pPr>
            <a:lvl5pPr>
              <a:defRPr sz="2325" b="1">
                <a:solidFill>
                  <a:srgbClr val="FFFFFF"/>
                </a:solidFill>
                <a:latin typeface="Helvetica Neue"/>
                <a:ea typeface="Helvetica Neue"/>
                <a:cs typeface="Helvetica Neue"/>
              </a:defRPr>
            </a:lvl5pPr>
            <a:lvl6pPr>
              <a:defRPr sz="2325" b="1">
                <a:solidFill>
                  <a:srgbClr val="FFFFFF"/>
                </a:solidFill>
                <a:latin typeface="Helvetica Neue"/>
                <a:ea typeface="Helvetica Neue"/>
                <a:cs typeface="Helvetica Neue"/>
              </a:defRPr>
            </a:lvl6pPr>
            <a:lvl7pPr>
              <a:defRPr sz="2325" b="1">
                <a:solidFill>
                  <a:srgbClr val="FFFFFF"/>
                </a:solidFill>
                <a:latin typeface="Helvetica Neue"/>
                <a:ea typeface="Helvetica Neue"/>
                <a:cs typeface="Helvetica Neue"/>
              </a:defRPr>
            </a:lvl7pPr>
            <a:lvl8pPr>
              <a:defRPr sz="2325" b="1">
                <a:solidFill>
                  <a:srgbClr val="FFFFFF"/>
                </a:solidFill>
                <a:latin typeface="Helvetica Neue"/>
                <a:ea typeface="Helvetica Neue"/>
                <a:cs typeface="Helvetica Neue"/>
              </a:defRPr>
            </a:lvl8pPr>
            <a:lvl9pPr>
              <a:defRPr sz="2325" b="1">
                <a:solidFill>
                  <a:srgbClr val="FFFFFF"/>
                </a:solidFill>
                <a:latin typeface="Helvetica Neue"/>
                <a:ea typeface="Helvetica Neue"/>
                <a:cs typeface="Helvetica Neue"/>
              </a:defRPr>
            </a:lvl9pPr>
          </a:lstStyle>
          <a:p xmlns:a="http://schemas.openxmlformats.org/drawingml/2006/main">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Temporal state</a:t>
            </a:r>
          </a:p>
        </p:txBody>
      </p:sp>
      <p:sp>
        <p:nvSpPr>
          <p:cNvPr id="9" name="">
            <a:extLst xmlns:a="http://schemas.openxmlformats.org/drawingml/2006/main">
              <a:ext uri="{FF2B5EF4-FFF2-40B4-BE49-F238E27FC236}">
                <a16:creationId xmlns:a16="http://schemas.microsoft.com/office/drawing/2014/main" id="{85E9DC7A-27DC-448D-A76E-1159FDE1BDA3}"/>
              </a:ext>
            </a:extLst>
          </p:cNvPr>
          <p:cNvSpPr>
            <a:spLocks xmlns:a="http://schemas.openxmlformats.org/drawingml/2006/main" noGrp="1"/>
          </p:cNvSpPr>
          <p:nvPr/>
        </p:nvSpPr>
        <p:spPr>
          <a:xfrm xmlns:a="http://schemas.openxmlformats.org/drawingml/2006/main">
            <a:off x="5095875" y="2762250"/>
            <a:ext cx="6238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DEC6D5"/>
                </a:solidFill>
                <a:latin typeface="Helvetica Neue"/>
                <a:ea typeface="Helvetica Neue"/>
                <a:cs typeface="Helvetica Neue"/>
              </a:defRPr>
            </a:defPPr>
            <a:lvl1pPr>
              <a:defRPr sz="2025" b="0">
                <a:solidFill>
                  <a:srgbClr val="DEC6D5"/>
                </a:solidFill>
                <a:latin typeface="Helvetica Neue"/>
                <a:ea typeface="Helvetica Neue"/>
                <a:cs typeface="Helvetica Neue"/>
              </a:defRPr>
            </a:lvl1pPr>
            <a:lvl2pPr>
              <a:defRPr sz="2025" b="0">
                <a:solidFill>
                  <a:srgbClr val="DEC6D5"/>
                </a:solidFill>
                <a:latin typeface="Helvetica Neue"/>
                <a:ea typeface="Helvetica Neue"/>
                <a:cs typeface="Helvetica Neue"/>
              </a:defRPr>
            </a:lvl2pPr>
            <a:lvl3pPr>
              <a:defRPr sz="2025" b="0">
                <a:solidFill>
                  <a:srgbClr val="DEC6D5"/>
                </a:solidFill>
                <a:latin typeface="Helvetica Neue"/>
                <a:ea typeface="Helvetica Neue"/>
                <a:cs typeface="Helvetica Neue"/>
              </a:defRPr>
            </a:lvl3pPr>
            <a:lvl4pPr>
              <a:defRPr sz="2025" b="0">
                <a:solidFill>
                  <a:srgbClr val="DEC6D5"/>
                </a:solidFill>
                <a:latin typeface="Helvetica Neue"/>
                <a:ea typeface="Helvetica Neue"/>
                <a:cs typeface="Helvetica Neue"/>
              </a:defRPr>
            </a:lvl4pPr>
            <a:lvl5pPr>
              <a:defRPr sz="2025" b="0">
                <a:solidFill>
                  <a:srgbClr val="DEC6D5"/>
                </a:solidFill>
                <a:latin typeface="Helvetica Neue"/>
                <a:ea typeface="Helvetica Neue"/>
                <a:cs typeface="Helvetica Neue"/>
              </a:defRPr>
            </a:lvl5pPr>
            <a:lvl6pPr>
              <a:defRPr sz="2025" b="0">
                <a:solidFill>
                  <a:srgbClr val="DEC6D5"/>
                </a:solidFill>
                <a:latin typeface="Helvetica Neue"/>
                <a:ea typeface="Helvetica Neue"/>
                <a:cs typeface="Helvetica Neue"/>
              </a:defRPr>
            </a:lvl6pPr>
            <a:lvl7pPr>
              <a:defRPr sz="2025" b="0">
                <a:solidFill>
                  <a:srgbClr val="DEC6D5"/>
                </a:solidFill>
                <a:latin typeface="Helvetica Neue"/>
                <a:ea typeface="Helvetica Neue"/>
                <a:cs typeface="Helvetica Neue"/>
              </a:defRPr>
            </a:lvl7pPr>
            <a:lvl8pPr>
              <a:defRPr sz="2025" b="0">
                <a:solidFill>
                  <a:srgbClr val="DEC6D5"/>
                </a:solidFill>
                <a:latin typeface="Helvetica Neue"/>
                <a:ea typeface="Helvetica Neue"/>
                <a:cs typeface="Helvetica Neue"/>
              </a:defRPr>
            </a:lvl8pPr>
            <a:lvl9pPr>
              <a:defRPr sz="2025" b="0">
                <a:solidFill>
                  <a:srgbClr val="DEC6D5"/>
                </a:solidFill>
                <a:latin typeface="Helvetica Neue"/>
                <a:ea typeface="Helvetica Neue"/>
                <a:cs typeface="Helvetica Neue"/>
              </a:defRPr>
            </a:lvl9pPr>
          </a:lstStyle>
          <a:p xmlns:a="http://schemas.openxmlformats.org/drawingml/2006/main">
            <a:pPr>
              <a:defRPr sz="2025" b="0">
                <a:solidFill>
                  <a:srgbClr val="DEC6D5"/>
                </a:solidFill>
                <a:latin typeface="Helvetica Neue"/>
                <a:ea typeface="Helvetica Neue"/>
                <a:cs typeface="Helvetica Neue"/>
              </a:defRPr>
            </a:pPr>
            <a:r>
              <a:rPr sz="2025" b="0">
                <a:solidFill>
                  <a:srgbClr val="DEC6D5"/>
                </a:solidFill>
                <a:latin typeface="Helvetica Neue"/>
                <a:ea typeface="Helvetica Neue"/>
                <a:cs typeface="Helvetica Neue"/>
              </a:rPr>
              <a:t>Anonymous tracks and DINOv2 classifiers identify candidate moments</a:t>
            </a:r>
          </a:p>
        </p:txBody>
      </p:sp>
      <p:sp>
        <p:nvSpPr>
          <p:cNvPr id="10" name="">
            <a:extLst xmlns:a="http://schemas.openxmlformats.org/drawingml/2006/main">
              <a:ext uri="{FF2B5EF4-FFF2-40B4-BE49-F238E27FC236}">
                <a16:creationId xmlns:a16="http://schemas.microsoft.com/office/drawing/2014/main" id="{ADA06C40-7580-4F88-8345-7A8056906203}"/>
              </a:ext>
            </a:extLst>
          </p:cNvPr>
          <p:cNvSpPr>
            <a:spLocks xmlns:a="http://schemas.openxmlformats.org/drawingml/2006/main" noGrp="1"/>
          </p:cNvSpPr>
          <p:nvPr/>
        </p:nvSpPr>
        <p:spPr>
          <a:xfrm xmlns:a="http://schemas.openxmlformats.org/drawingml/2006/main">
            <a:off x="685800" y="38100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DEC6D5"/>
                </a:solidFill>
                <a:latin typeface="Helvetica Neue"/>
                <a:ea typeface="Helvetica Neue"/>
                <a:cs typeface="Helvetica Neue"/>
              </a:defRPr>
            </a:defPPr>
            <a:lvl1pPr>
              <a:defRPr sz="2175" b="1">
                <a:solidFill>
                  <a:srgbClr val="DEC6D5"/>
                </a:solidFill>
                <a:latin typeface="Helvetica Neue"/>
                <a:ea typeface="Helvetica Neue"/>
                <a:cs typeface="Helvetica Neue"/>
              </a:defRPr>
            </a:lvl1pPr>
            <a:lvl2pPr>
              <a:defRPr sz="2175" b="1">
                <a:solidFill>
                  <a:srgbClr val="DEC6D5"/>
                </a:solidFill>
                <a:latin typeface="Helvetica Neue"/>
                <a:ea typeface="Helvetica Neue"/>
                <a:cs typeface="Helvetica Neue"/>
              </a:defRPr>
            </a:lvl2pPr>
            <a:lvl3pPr>
              <a:defRPr sz="2175" b="1">
                <a:solidFill>
                  <a:srgbClr val="DEC6D5"/>
                </a:solidFill>
                <a:latin typeface="Helvetica Neue"/>
                <a:ea typeface="Helvetica Neue"/>
                <a:cs typeface="Helvetica Neue"/>
              </a:defRPr>
            </a:lvl3pPr>
            <a:lvl4pPr>
              <a:defRPr sz="2175" b="1">
                <a:solidFill>
                  <a:srgbClr val="DEC6D5"/>
                </a:solidFill>
                <a:latin typeface="Helvetica Neue"/>
                <a:ea typeface="Helvetica Neue"/>
                <a:cs typeface="Helvetica Neue"/>
              </a:defRPr>
            </a:lvl4pPr>
            <a:lvl5pPr>
              <a:defRPr sz="2175" b="1">
                <a:solidFill>
                  <a:srgbClr val="DEC6D5"/>
                </a:solidFill>
                <a:latin typeface="Helvetica Neue"/>
                <a:ea typeface="Helvetica Neue"/>
                <a:cs typeface="Helvetica Neue"/>
              </a:defRPr>
            </a:lvl5pPr>
            <a:lvl6pPr>
              <a:defRPr sz="2175" b="1">
                <a:solidFill>
                  <a:srgbClr val="DEC6D5"/>
                </a:solidFill>
                <a:latin typeface="Helvetica Neue"/>
                <a:ea typeface="Helvetica Neue"/>
                <a:cs typeface="Helvetica Neue"/>
              </a:defRPr>
            </a:lvl6pPr>
            <a:lvl7pPr>
              <a:defRPr sz="2175" b="1">
                <a:solidFill>
                  <a:srgbClr val="DEC6D5"/>
                </a:solidFill>
                <a:latin typeface="Helvetica Neue"/>
                <a:ea typeface="Helvetica Neue"/>
                <a:cs typeface="Helvetica Neue"/>
              </a:defRPr>
            </a:lvl7pPr>
            <a:lvl8pPr>
              <a:defRPr sz="2175" b="1">
                <a:solidFill>
                  <a:srgbClr val="DEC6D5"/>
                </a:solidFill>
                <a:latin typeface="Helvetica Neue"/>
                <a:ea typeface="Helvetica Neue"/>
                <a:cs typeface="Helvetica Neue"/>
              </a:defRPr>
            </a:lvl8pPr>
            <a:lvl9pPr>
              <a:defRPr sz="2175" b="1">
                <a:solidFill>
                  <a:srgbClr val="DEC6D5"/>
                </a:solidFill>
                <a:latin typeface="Helvetica Neue"/>
                <a:ea typeface="Helvetica Neue"/>
                <a:cs typeface="Helvetica Neue"/>
              </a:defRPr>
            </a:lvl9pPr>
          </a:lstStyle>
          <a:p xmlns:a="http://schemas.openxmlformats.org/drawingml/2006/main">
            <a:pPr>
              <a:defRPr sz="2175" b="1">
                <a:solidFill>
                  <a:srgbClr val="DEC6D5"/>
                </a:solidFill>
                <a:latin typeface="Helvetica Neue"/>
                <a:ea typeface="Helvetica Neue"/>
                <a:cs typeface="Helvetica Neue"/>
              </a:defRPr>
            </a:pPr>
            <a:r>
              <a:rPr sz="2175" b="1">
                <a:solidFill>
                  <a:srgbClr val="DEC6D5"/>
                </a:solidFill>
                <a:latin typeface="Helvetica Neue"/>
                <a:ea typeface="Helvetica Neue"/>
                <a:cs typeface="Helvetica Neue"/>
              </a:rPr>
              <a:t>03</a:t>
            </a:r>
          </a:p>
        </p:txBody>
      </p:sp>
      <p:sp>
        <p:nvSpPr>
          <p:cNvPr id="11" name="">
            <a:extLst xmlns:a="http://schemas.openxmlformats.org/drawingml/2006/main">
              <a:ext uri="{FF2B5EF4-FFF2-40B4-BE49-F238E27FC236}">
                <a16:creationId xmlns:a16="http://schemas.microsoft.com/office/drawing/2014/main" id="{1C6FE2FD-65D4-4FD2-894E-CAF75359AF18}"/>
              </a:ext>
            </a:extLst>
          </p:cNvPr>
          <p:cNvSpPr>
            <a:spLocks xmlns:a="http://schemas.openxmlformats.org/drawingml/2006/main" noGrp="1"/>
          </p:cNvSpPr>
          <p:nvPr/>
        </p:nvSpPr>
        <p:spPr>
          <a:xfrm xmlns:a="http://schemas.openxmlformats.org/drawingml/2006/main">
            <a:off x="1524000" y="38100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vl1pPr>
              <a:defRPr sz="2325" b="1">
                <a:solidFill>
                  <a:srgbClr val="FFFFFF"/>
                </a:solidFill>
                <a:latin typeface="Helvetica Neue"/>
                <a:ea typeface="Helvetica Neue"/>
                <a:cs typeface="Helvetica Neue"/>
              </a:defRPr>
            </a:lvl1pPr>
            <a:lvl2pPr>
              <a:defRPr sz="2325" b="1">
                <a:solidFill>
                  <a:srgbClr val="FFFFFF"/>
                </a:solidFill>
                <a:latin typeface="Helvetica Neue"/>
                <a:ea typeface="Helvetica Neue"/>
                <a:cs typeface="Helvetica Neue"/>
              </a:defRPr>
            </a:lvl2pPr>
            <a:lvl3pPr>
              <a:defRPr sz="2325" b="1">
                <a:solidFill>
                  <a:srgbClr val="FFFFFF"/>
                </a:solidFill>
                <a:latin typeface="Helvetica Neue"/>
                <a:ea typeface="Helvetica Neue"/>
                <a:cs typeface="Helvetica Neue"/>
              </a:defRPr>
            </a:lvl3pPr>
            <a:lvl4pPr>
              <a:defRPr sz="2325" b="1">
                <a:solidFill>
                  <a:srgbClr val="FFFFFF"/>
                </a:solidFill>
                <a:latin typeface="Helvetica Neue"/>
                <a:ea typeface="Helvetica Neue"/>
                <a:cs typeface="Helvetica Neue"/>
              </a:defRPr>
            </a:lvl4pPr>
            <a:lvl5pPr>
              <a:defRPr sz="2325" b="1">
                <a:solidFill>
                  <a:srgbClr val="FFFFFF"/>
                </a:solidFill>
                <a:latin typeface="Helvetica Neue"/>
                <a:ea typeface="Helvetica Neue"/>
                <a:cs typeface="Helvetica Neue"/>
              </a:defRPr>
            </a:lvl5pPr>
            <a:lvl6pPr>
              <a:defRPr sz="2325" b="1">
                <a:solidFill>
                  <a:srgbClr val="FFFFFF"/>
                </a:solidFill>
                <a:latin typeface="Helvetica Neue"/>
                <a:ea typeface="Helvetica Neue"/>
                <a:cs typeface="Helvetica Neue"/>
              </a:defRPr>
            </a:lvl6pPr>
            <a:lvl7pPr>
              <a:defRPr sz="2325" b="1">
                <a:solidFill>
                  <a:srgbClr val="FFFFFF"/>
                </a:solidFill>
                <a:latin typeface="Helvetica Neue"/>
                <a:ea typeface="Helvetica Neue"/>
                <a:cs typeface="Helvetica Neue"/>
              </a:defRPr>
            </a:lvl7pPr>
            <a:lvl8pPr>
              <a:defRPr sz="2325" b="1">
                <a:solidFill>
                  <a:srgbClr val="FFFFFF"/>
                </a:solidFill>
                <a:latin typeface="Helvetica Neue"/>
                <a:ea typeface="Helvetica Neue"/>
                <a:cs typeface="Helvetica Neue"/>
              </a:defRPr>
            </a:lvl8pPr>
            <a:lvl9pPr>
              <a:defRPr sz="2325" b="1">
                <a:solidFill>
                  <a:srgbClr val="FFFFFF"/>
                </a:solidFill>
                <a:latin typeface="Helvetica Neue"/>
                <a:ea typeface="Helvetica Neue"/>
                <a:cs typeface="Helvetica Neue"/>
              </a:defRPr>
            </a:lvl9pPr>
          </a:lstStyle>
          <a:p xmlns:a="http://schemas.openxmlformats.org/drawingml/2006/main">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Local visual questions</a:t>
            </a:r>
          </a:p>
        </p:txBody>
      </p:sp>
      <p:sp>
        <p:nvSpPr>
          <p:cNvPr id="12" name="">
            <a:extLst xmlns:a="http://schemas.openxmlformats.org/drawingml/2006/main">
              <a:ext uri="{FF2B5EF4-FFF2-40B4-BE49-F238E27FC236}">
                <a16:creationId xmlns:a16="http://schemas.microsoft.com/office/drawing/2014/main" id="{97F9B8BF-126D-4E15-8B79-FCAFB8E690EA}"/>
              </a:ext>
            </a:extLst>
          </p:cNvPr>
          <p:cNvSpPr>
            <a:spLocks xmlns:a="http://schemas.openxmlformats.org/drawingml/2006/main" noGrp="1"/>
          </p:cNvSpPr>
          <p:nvPr/>
        </p:nvSpPr>
        <p:spPr>
          <a:xfrm xmlns:a="http://schemas.openxmlformats.org/drawingml/2006/main">
            <a:off x="5095875" y="3810000"/>
            <a:ext cx="6238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DEC6D5"/>
                </a:solidFill>
                <a:latin typeface="Helvetica Neue"/>
                <a:ea typeface="Helvetica Neue"/>
                <a:cs typeface="Helvetica Neue"/>
              </a:defRPr>
            </a:defPPr>
            <a:lvl1pPr>
              <a:defRPr sz="2025" b="0">
                <a:solidFill>
                  <a:srgbClr val="DEC6D5"/>
                </a:solidFill>
                <a:latin typeface="Helvetica Neue"/>
                <a:ea typeface="Helvetica Neue"/>
                <a:cs typeface="Helvetica Neue"/>
              </a:defRPr>
            </a:lvl1pPr>
            <a:lvl2pPr>
              <a:defRPr sz="2025" b="0">
                <a:solidFill>
                  <a:srgbClr val="DEC6D5"/>
                </a:solidFill>
                <a:latin typeface="Helvetica Neue"/>
                <a:ea typeface="Helvetica Neue"/>
                <a:cs typeface="Helvetica Neue"/>
              </a:defRPr>
            </a:lvl2pPr>
            <a:lvl3pPr>
              <a:defRPr sz="2025" b="0">
                <a:solidFill>
                  <a:srgbClr val="DEC6D5"/>
                </a:solidFill>
                <a:latin typeface="Helvetica Neue"/>
                <a:ea typeface="Helvetica Neue"/>
                <a:cs typeface="Helvetica Neue"/>
              </a:defRPr>
            </a:lvl3pPr>
            <a:lvl4pPr>
              <a:defRPr sz="2025" b="0">
                <a:solidFill>
                  <a:srgbClr val="DEC6D5"/>
                </a:solidFill>
                <a:latin typeface="Helvetica Neue"/>
                <a:ea typeface="Helvetica Neue"/>
                <a:cs typeface="Helvetica Neue"/>
              </a:defRPr>
            </a:lvl4pPr>
            <a:lvl5pPr>
              <a:defRPr sz="2025" b="0">
                <a:solidFill>
                  <a:srgbClr val="DEC6D5"/>
                </a:solidFill>
                <a:latin typeface="Helvetica Neue"/>
                <a:ea typeface="Helvetica Neue"/>
                <a:cs typeface="Helvetica Neue"/>
              </a:defRPr>
            </a:lvl5pPr>
            <a:lvl6pPr>
              <a:defRPr sz="2025" b="0">
                <a:solidFill>
                  <a:srgbClr val="DEC6D5"/>
                </a:solidFill>
                <a:latin typeface="Helvetica Neue"/>
                <a:ea typeface="Helvetica Neue"/>
                <a:cs typeface="Helvetica Neue"/>
              </a:defRPr>
            </a:lvl6pPr>
            <a:lvl7pPr>
              <a:defRPr sz="2025" b="0">
                <a:solidFill>
                  <a:srgbClr val="DEC6D5"/>
                </a:solidFill>
                <a:latin typeface="Helvetica Neue"/>
                <a:ea typeface="Helvetica Neue"/>
                <a:cs typeface="Helvetica Neue"/>
              </a:defRPr>
            </a:lvl7pPr>
            <a:lvl8pPr>
              <a:defRPr sz="2025" b="0">
                <a:solidFill>
                  <a:srgbClr val="DEC6D5"/>
                </a:solidFill>
                <a:latin typeface="Helvetica Neue"/>
                <a:ea typeface="Helvetica Neue"/>
                <a:cs typeface="Helvetica Neue"/>
              </a:defRPr>
            </a:lvl8pPr>
            <a:lvl9pPr>
              <a:defRPr sz="2025" b="0">
                <a:solidFill>
                  <a:srgbClr val="DEC6D5"/>
                </a:solidFill>
                <a:latin typeface="Helvetica Neue"/>
                <a:ea typeface="Helvetica Neue"/>
                <a:cs typeface="Helvetica Neue"/>
              </a:defRPr>
            </a:lvl9pPr>
          </a:lstStyle>
          <a:p xmlns:a="http://schemas.openxmlformats.org/drawingml/2006/main">
            <a:pPr>
              <a:defRPr sz="2025" b="0">
                <a:solidFill>
                  <a:srgbClr val="DEC6D5"/>
                </a:solidFill>
                <a:latin typeface="Helvetica Neue"/>
                <a:ea typeface="Helvetica Neue"/>
                <a:cs typeface="Helvetica Neue"/>
              </a:defRPr>
            </a:pPr>
            <a:r>
              <a:rPr sz="2025" b="0">
                <a:solidFill>
                  <a:srgbClr val="DEC6D5"/>
                </a:solidFill>
                <a:latin typeface="Helvetica Neue"/>
                <a:ea typeface="Helvetica Neue"/>
                <a:cs typeface="Helvetica Neue"/>
              </a:rPr>
              <a:t>Qwen checks selected screen and door states</a:t>
            </a:r>
          </a:p>
        </p:txBody>
      </p:sp>
      <p:sp>
        <p:nvSpPr>
          <p:cNvPr id="13" name="">
            <a:extLst xmlns:a="http://schemas.openxmlformats.org/drawingml/2006/main">
              <a:ext uri="{FF2B5EF4-FFF2-40B4-BE49-F238E27FC236}">
                <a16:creationId xmlns:a16="http://schemas.microsoft.com/office/drawing/2014/main" id="{E93A4B1E-BC2B-40B0-AE5D-C8FA153098AF}"/>
              </a:ext>
            </a:extLst>
          </p:cNvPr>
          <p:cNvSpPr>
            <a:spLocks xmlns:a="http://schemas.openxmlformats.org/drawingml/2006/main" noGrp="1"/>
          </p:cNvSpPr>
          <p:nvPr/>
        </p:nvSpPr>
        <p:spPr>
          <a:xfrm xmlns:a="http://schemas.openxmlformats.org/drawingml/2006/main">
            <a:off x="685800" y="48577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DEC6D5"/>
                </a:solidFill>
                <a:latin typeface="Helvetica Neue"/>
                <a:ea typeface="Helvetica Neue"/>
                <a:cs typeface="Helvetica Neue"/>
              </a:defRPr>
            </a:defPPr>
            <a:lvl1pPr>
              <a:defRPr sz="2175" b="1">
                <a:solidFill>
                  <a:srgbClr val="DEC6D5"/>
                </a:solidFill>
                <a:latin typeface="Helvetica Neue"/>
                <a:ea typeface="Helvetica Neue"/>
                <a:cs typeface="Helvetica Neue"/>
              </a:defRPr>
            </a:lvl1pPr>
            <a:lvl2pPr>
              <a:defRPr sz="2175" b="1">
                <a:solidFill>
                  <a:srgbClr val="DEC6D5"/>
                </a:solidFill>
                <a:latin typeface="Helvetica Neue"/>
                <a:ea typeface="Helvetica Neue"/>
                <a:cs typeface="Helvetica Neue"/>
              </a:defRPr>
            </a:lvl2pPr>
            <a:lvl3pPr>
              <a:defRPr sz="2175" b="1">
                <a:solidFill>
                  <a:srgbClr val="DEC6D5"/>
                </a:solidFill>
                <a:latin typeface="Helvetica Neue"/>
                <a:ea typeface="Helvetica Neue"/>
                <a:cs typeface="Helvetica Neue"/>
              </a:defRPr>
            </a:lvl3pPr>
            <a:lvl4pPr>
              <a:defRPr sz="2175" b="1">
                <a:solidFill>
                  <a:srgbClr val="DEC6D5"/>
                </a:solidFill>
                <a:latin typeface="Helvetica Neue"/>
                <a:ea typeface="Helvetica Neue"/>
                <a:cs typeface="Helvetica Neue"/>
              </a:defRPr>
            </a:lvl4pPr>
            <a:lvl5pPr>
              <a:defRPr sz="2175" b="1">
                <a:solidFill>
                  <a:srgbClr val="DEC6D5"/>
                </a:solidFill>
                <a:latin typeface="Helvetica Neue"/>
                <a:ea typeface="Helvetica Neue"/>
                <a:cs typeface="Helvetica Neue"/>
              </a:defRPr>
            </a:lvl5pPr>
            <a:lvl6pPr>
              <a:defRPr sz="2175" b="1">
                <a:solidFill>
                  <a:srgbClr val="DEC6D5"/>
                </a:solidFill>
                <a:latin typeface="Helvetica Neue"/>
                <a:ea typeface="Helvetica Neue"/>
                <a:cs typeface="Helvetica Neue"/>
              </a:defRPr>
            </a:lvl6pPr>
            <a:lvl7pPr>
              <a:defRPr sz="2175" b="1">
                <a:solidFill>
                  <a:srgbClr val="DEC6D5"/>
                </a:solidFill>
                <a:latin typeface="Helvetica Neue"/>
                <a:ea typeface="Helvetica Neue"/>
                <a:cs typeface="Helvetica Neue"/>
              </a:defRPr>
            </a:lvl7pPr>
            <a:lvl8pPr>
              <a:defRPr sz="2175" b="1">
                <a:solidFill>
                  <a:srgbClr val="DEC6D5"/>
                </a:solidFill>
                <a:latin typeface="Helvetica Neue"/>
                <a:ea typeface="Helvetica Neue"/>
                <a:cs typeface="Helvetica Neue"/>
              </a:defRPr>
            </a:lvl8pPr>
            <a:lvl9pPr>
              <a:defRPr sz="2175" b="1">
                <a:solidFill>
                  <a:srgbClr val="DEC6D5"/>
                </a:solidFill>
                <a:latin typeface="Helvetica Neue"/>
                <a:ea typeface="Helvetica Neue"/>
                <a:cs typeface="Helvetica Neue"/>
              </a:defRPr>
            </a:lvl9pPr>
          </a:lstStyle>
          <a:p xmlns:a="http://schemas.openxmlformats.org/drawingml/2006/main">
            <a:pPr>
              <a:defRPr sz="2175" b="1">
                <a:solidFill>
                  <a:srgbClr val="DEC6D5"/>
                </a:solidFill>
                <a:latin typeface="Helvetica Neue"/>
                <a:ea typeface="Helvetica Neue"/>
                <a:cs typeface="Helvetica Neue"/>
              </a:defRPr>
            </a:pPr>
            <a:r>
              <a:rPr sz="2175" b="1">
                <a:solidFill>
                  <a:srgbClr val="DEC6D5"/>
                </a:solidFill>
                <a:latin typeface="Helvetica Neue"/>
                <a:ea typeface="Helvetica Neue"/>
                <a:cs typeface="Helvetica Neue"/>
              </a:rPr>
              <a:t>04</a:t>
            </a:r>
          </a:p>
        </p:txBody>
      </p:sp>
      <p:sp>
        <p:nvSpPr>
          <p:cNvPr id="14" name="">
            <a:extLst xmlns:a="http://schemas.openxmlformats.org/drawingml/2006/main">
              <a:ext uri="{FF2B5EF4-FFF2-40B4-BE49-F238E27FC236}">
                <a16:creationId xmlns:a16="http://schemas.microsoft.com/office/drawing/2014/main" id="{443D8087-7519-441C-AF30-E06C87179D53}"/>
              </a:ext>
            </a:extLst>
          </p:cNvPr>
          <p:cNvSpPr>
            <a:spLocks xmlns:a="http://schemas.openxmlformats.org/drawingml/2006/main" noGrp="1"/>
          </p:cNvSpPr>
          <p:nvPr/>
        </p:nvSpPr>
        <p:spPr>
          <a:xfrm xmlns:a="http://schemas.openxmlformats.org/drawingml/2006/main">
            <a:off x="1524000" y="485775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vl1pPr>
              <a:defRPr sz="2325" b="1">
                <a:solidFill>
                  <a:srgbClr val="FFFFFF"/>
                </a:solidFill>
                <a:latin typeface="Helvetica Neue"/>
                <a:ea typeface="Helvetica Neue"/>
                <a:cs typeface="Helvetica Neue"/>
              </a:defRPr>
            </a:lvl1pPr>
            <a:lvl2pPr>
              <a:defRPr sz="2325" b="1">
                <a:solidFill>
                  <a:srgbClr val="FFFFFF"/>
                </a:solidFill>
                <a:latin typeface="Helvetica Neue"/>
                <a:ea typeface="Helvetica Neue"/>
                <a:cs typeface="Helvetica Neue"/>
              </a:defRPr>
            </a:lvl2pPr>
            <a:lvl3pPr>
              <a:defRPr sz="2325" b="1">
                <a:solidFill>
                  <a:srgbClr val="FFFFFF"/>
                </a:solidFill>
                <a:latin typeface="Helvetica Neue"/>
                <a:ea typeface="Helvetica Neue"/>
                <a:cs typeface="Helvetica Neue"/>
              </a:defRPr>
            </a:lvl3pPr>
            <a:lvl4pPr>
              <a:defRPr sz="2325" b="1">
                <a:solidFill>
                  <a:srgbClr val="FFFFFF"/>
                </a:solidFill>
                <a:latin typeface="Helvetica Neue"/>
                <a:ea typeface="Helvetica Neue"/>
                <a:cs typeface="Helvetica Neue"/>
              </a:defRPr>
            </a:lvl4pPr>
            <a:lvl5pPr>
              <a:defRPr sz="2325" b="1">
                <a:solidFill>
                  <a:srgbClr val="FFFFFF"/>
                </a:solidFill>
                <a:latin typeface="Helvetica Neue"/>
                <a:ea typeface="Helvetica Neue"/>
                <a:cs typeface="Helvetica Neue"/>
              </a:defRPr>
            </a:lvl5pPr>
            <a:lvl6pPr>
              <a:defRPr sz="2325" b="1">
                <a:solidFill>
                  <a:srgbClr val="FFFFFF"/>
                </a:solidFill>
                <a:latin typeface="Helvetica Neue"/>
                <a:ea typeface="Helvetica Neue"/>
                <a:cs typeface="Helvetica Neue"/>
              </a:defRPr>
            </a:lvl6pPr>
            <a:lvl7pPr>
              <a:defRPr sz="2325" b="1">
                <a:solidFill>
                  <a:srgbClr val="FFFFFF"/>
                </a:solidFill>
                <a:latin typeface="Helvetica Neue"/>
                <a:ea typeface="Helvetica Neue"/>
                <a:cs typeface="Helvetica Neue"/>
              </a:defRPr>
            </a:lvl7pPr>
            <a:lvl8pPr>
              <a:defRPr sz="2325" b="1">
                <a:solidFill>
                  <a:srgbClr val="FFFFFF"/>
                </a:solidFill>
                <a:latin typeface="Helvetica Neue"/>
                <a:ea typeface="Helvetica Neue"/>
                <a:cs typeface="Helvetica Neue"/>
              </a:defRPr>
            </a:lvl8pPr>
            <a:lvl9pPr>
              <a:defRPr sz="2325" b="1">
                <a:solidFill>
                  <a:srgbClr val="FFFFFF"/>
                </a:solidFill>
                <a:latin typeface="Helvetica Neue"/>
                <a:ea typeface="Helvetica Neue"/>
                <a:cs typeface="Helvetica Neue"/>
              </a:defRPr>
            </a:lvl9pPr>
          </a:lstStyle>
          <a:p xmlns:a="http://schemas.openxmlformats.org/drawingml/2006/main">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Evidence and rules</a:t>
            </a:r>
          </a:p>
        </p:txBody>
      </p:sp>
      <p:sp>
        <p:nvSpPr>
          <p:cNvPr id="15" name="">
            <a:extLst xmlns:a="http://schemas.openxmlformats.org/drawingml/2006/main">
              <a:ext uri="{FF2B5EF4-FFF2-40B4-BE49-F238E27FC236}">
                <a16:creationId xmlns:a16="http://schemas.microsoft.com/office/drawing/2014/main" id="{F64331E8-2829-48D0-978C-78C35DA0D326}"/>
              </a:ext>
            </a:extLst>
          </p:cNvPr>
          <p:cNvSpPr>
            <a:spLocks xmlns:a="http://schemas.openxmlformats.org/drawingml/2006/main" noGrp="1"/>
          </p:cNvSpPr>
          <p:nvPr/>
        </p:nvSpPr>
        <p:spPr>
          <a:xfrm xmlns:a="http://schemas.openxmlformats.org/drawingml/2006/main">
            <a:off x="5095875" y="4857750"/>
            <a:ext cx="6238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DEC6D5"/>
                </a:solidFill>
                <a:latin typeface="Helvetica Neue"/>
                <a:ea typeface="Helvetica Neue"/>
                <a:cs typeface="Helvetica Neue"/>
              </a:defRPr>
            </a:defPPr>
            <a:lvl1pPr>
              <a:defRPr sz="2025" b="0">
                <a:solidFill>
                  <a:srgbClr val="DEC6D5"/>
                </a:solidFill>
                <a:latin typeface="Helvetica Neue"/>
                <a:ea typeface="Helvetica Neue"/>
                <a:cs typeface="Helvetica Neue"/>
              </a:defRPr>
            </a:lvl1pPr>
            <a:lvl2pPr>
              <a:defRPr sz="2025" b="0">
                <a:solidFill>
                  <a:srgbClr val="DEC6D5"/>
                </a:solidFill>
                <a:latin typeface="Helvetica Neue"/>
                <a:ea typeface="Helvetica Neue"/>
                <a:cs typeface="Helvetica Neue"/>
              </a:defRPr>
            </a:lvl2pPr>
            <a:lvl3pPr>
              <a:defRPr sz="2025" b="0">
                <a:solidFill>
                  <a:srgbClr val="DEC6D5"/>
                </a:solidFill>
                <a:latin typeface="Helvetica Neue"/>
                <a:ea typeface="Helvetica Neue"/>
                <a:cs typeface="Helvetica Neue"/>
              </a:defRPr>
            </a:lvl3pPr>
            <a:lvl4pPr>
              <a:defRPr sz="2025" b="0">
                <a:solidFill>
                  <a:srgbClr val="DEC6D5"/>
                </a:solidFill>
                <a:latin typeface="Helvetica Neue"/>
                <a:ea typeface="Helvetica Neue"/>
                <a:cs typeface="Helvetica Neue"/>
              </a:defRPr>
            </a:lvl4pPr>
            <a:lvl5pPr>
              <a:defRPr sz="2025" b="0">
                <a:solidFill>
                  <a:srgbClr val="DEC6D5"/>
                </a:solidFill>
                <a:latin typeface="Helvetica Neue"/>
                <a:ea typeface="Helvetica Neue"/>
                <a:cs typeface="Helvetica Neue"/>
              </a:defRPr>
            </a:lvl5pPr>
            <a:lvl6pPr>
              <a:defRPr sz="2025" b="0">
                <a:solidFill>
                  <a:srgbClr val="DEC6D5"/>
                </a:solidFill>
                <a:latin typeface="Helvetica Neue"/>
                <a:ea typeface="Helvetica Neue"/>
                <a:cs typeface="Helvetica Neue"/>
              </a:defRPr>
            </a:lvl6pPr>
            <a:lvl7pPr>
              <a:defRPr sz="2025" b="0">
                <a:solidFill>
                  <a:srgbClr val="DEC6D5"/>
                </a:solidFill>
                <a:latin typeface="Helvetica Neue"/>
                <a:ea typeface="Helvetica Neue"/>
                <a:cs typeface="Helvetica Neue"/>
              </a:defRPr>
            </a:lvl7pPr>
            <a:lvl8pPr>
              <a:defRPr sz="2025" b="0">
                <a:solidFill>
                  <a:srgbClr val="DEC6D5"/>
                </a:solidFill>
                <a:latin typeface="Helvetica Neue"/>
                <a:ea typeface="Helvetica Neue"/>
                <a:cs typeface="Helvetica Neue"/>
              </a:defRPr>
            </a:lvl8pPr>
            <a:lvl9pPr>
              <a:defRPr sz="2025" b="0">
                <a:solidFill>
                  <a:srgbClr val="DEC6D5"/>
                </a:solidFill>
                <a:latin typeface="Helvetica Neue"/>
                <a:ea typeface="Helvetica Neue"/>
                <a:cs typeface="Helvetica Neue"/>
              </a:defRPr>
            </a:lvl9pPr>
          </a:lstStyle>
          <a:p xmlns:a="http://schemas.openxmlformats.org/drawingml/2006/main">
            <a:pPr>
              <a:defRPr sz="2025" b="0">
                <a:solidFill>
                  <a:srgbClr val="DEC6D5"/>
                </a:solidFill>
                <a:latin typeface="Helvetica Neue"/>
                <a:ea typeface="Helvetica Neue"/>
                <a:cs typeface="Helvetica Neue"/>
              </a:defRPr>
            </a:pPr>
            <a:r>
              <a:rPr sz="2025" b="0">
                <a:solidFill>
                  <a:srgbClr val="DEC6D5"/>
                </a:solidFill>
                <a:latin typeface="Helvetica Neue"/>
                <a:ea typeface="Helvetica Neue"/>
                <a:cs typeface="Helvetica Neue"/>
              </a:rPr>
              <a:t>Temporal rules select events, timestamps and annotated JPEGs</a:t>
            </a:r>
          </a:p>
        </p:txBody>
      </p:sp>
      <p:sp>
        <p:nvSpPr>
          <p:cNvPr id="16" name="">
            <a:extLst xmlns:a="http://schemas.openxmlformats.org/drawingml/2006/main">
              <a:ext uri="{FF2B5EF4-FFF2-40B4-BE49-F238E27FC236}">
                <a16:creationId xmlns:a16="http://schemas.microsoft.com/office/drawing/2014/main" id="{3A86FDCC-8568-4E0E-88BD-53DFB7C1EFB0}"/>
              </a:ext>
            </a:extLst>
          </p:cNvPr>
          <p:cNvSpPr>
            <a:spLocks xmlns:a="http://schemas.openxmlformats.org/drawingml/2006/main" noGrp="1"/>
          </p:cNvSpPr>
          <p:nvPr/>
        </p:nvSpPr>
        <p:spPr>
          <a:xfrm xmlns:a="http://schemas.openxmlformats.org/drawingml/2006/main">
            <a:off x="1524000" y="5924550"/>
            <a:ext cx="990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DEC6D5"/>
                </a:solidFill>
                <a:latin typeface="Helvetica Neue"/>
                <a:ea typeface="Helvetica Neue"/>
                <a:cs typeface="Helvetica Neue"/>
              </a:defRPr>
            </a:defPPr>
            <a:lvl1pPr>
              <a:defRPr sz="1800" b="0">
                <a:solidFill>
                  <a:srgbClr val="DEC6D5"/>
                </a:solidFill>
                <a:latin typeface="Helvetica Neue"/>
                <a:ea typeface="Helvetica Neue"/>
                <a:cs typeface="Helvetica Neue"/>
              </a:defRPr>
            </a:lvl1pPr>
            <a:lvl2pPr>
              <a:defRPr sz="1800" b="0">
                <a:solidFill>
                  <a:srgbClr val="DEC6D5"/>
                </a:solidFill>
                <a:latin typeface="Helvetica Neue"/>
                <a:ea typeface="Helvetica Neue"/>
                <a:cs typeface="Helvetica Neue"/>
              </a:defRPr>
            </a:lvl2pPr>
            <a:lvl3pPr>
              <a:defRPr sz="1800" b="0">
                <a:solidFill>
                  <a:srgbClr val="DEC6D5"/>
                </a:solidFill>
                <a:latin typeface="Helvetica Neue"/>
                <a:ea typeface="Helvetica Neue"/>
                <a:cs typeface="Helvetica Neue"/>
              </a:defRPr>
            </a:lvl3pPr>
            <a:lvl4pPr>
              <a:defRPr sz="1800" b="0">
                <a:solidFill>
                  <a:srgbClr val="DEC6D5"/>
                </a:solidFill>
                <a:latin typeface="Helvetica Neue"/>
                <a:ea typeface="Helvetica Neue"/>
                <a:cs typeface="Helvetica Neue"/>
              </a:defRPr>
            </a:lvl4pPr>
            <a:lvl5pPr>
              <a:defRPr sz="1800" b="0">
                <a:solidFill>
                  <a:srgbClr val="DEC6D5"/>
                </a:solidFill>
                <a:latin typeface="Helvetica Neue"/>
                <a:ea typeface="Helvetica Neue"/>
                <a:cs typeface="Helvetica Neue"/>
              </a:defRPr>
            </a:lvl5pPr>
            <a:lvl6pPr>
              <a:defRPr sz="1800" b="0">
                <a:solidFill>
                  <a:srgbClr val="DEC6D5"/>
                </a:solidFill>
                <a:latin typeface="Helvetica Neue"/>
                <a:ea typeface="Helvetica Neue"/>
                <a:cs typeface="Helvetica Neue"/>
              </a:defRPr>
            </a:lvl6pPr>
            <a:lvl7pPr>
              <a:defRPr sz="1800" b="0">
                <a:solidFill>
                  <a:srgbClr val="DEC6D5"/>
                </a:solidFill>
                <a:latin typeface="Helvetica Neue"/>
                <a:ea typeface="Helvetica Neue"/>
                <a:cs typeface="Helvetica Neue"/>
              </a:defRPr>
            </a:lvl7pPr>
            <a:lvl8pPr>
              <a:defRPr sz="1800" b="0">
                <a:solidFill>
                  <a:srgbClr val="DEC6D5"/>
                </a:solidFill>
                <a:latin typeface="Helvetica Neue"/>
                <a:ea typeface="Helvetica Neue"/>
                <a:cs typeface="Helvetica Neue"/>
              </a:defRPr>
            </a:lvl8pPr>
            <a:lvl9pPr>
              <a:defRPr sz="1800" b="0">
                <a:solidFill>
                  <a:srgbClr val="DEC6D5"/>
                </a:solidFill>
                <a:latin typeface="Helvetica Neue"/>
                <a:ea typeface="Helvetica Neue"/>
                <a:cs typeface="Helvetica Neue"/>
              </a:defRPr>
            </a:lvl9pPr>
          </a:lstStyle>
          <a:p xmlns:a="http://schemas.openxmlformats.org/drawingml/2006/main">
            <a:pPr>
              <a:defRPr sz="1800" b="0">
                <a:solidFill>
                  <a:srgbClr val="DEC6D5"/>
                </a:solidFill>
                <a:latin typeface="Helvetica Neue"/>
                <a:ea typeface="Helvetica Neue"/>
                <a:cs typeface="Helvetica Neue"/>
              </a:defRPr>
            </a:pPr>
            <a:r>
              <a:rPr sz="1800" b="0">
                <a:solidFill>
                  <a:srgbClr val="DEC6D5"/>
                </a:solidFill>
                <a:latin typeface="Helvetica Neue"/>
                <a:ea typeface="Helvetica Neue"/>
                <a:cs typeface="Helvetica Neue"/>
              </a:rPr>
              <a:t>Weights download during setup. Runtime inference works offline.</a:t>
            </a:r>
          </a:p>
        </p:txBody>
      </p:sp>
    </p:spTree>
    <p:extLst>
      <p:ext uri="{BB962C8B-B14F-4D97-AF65-F5344CB8AC3E}">
        <p14:creationId xmlns:p14="http://schemas.microsoft.com/office/powerpoint/2010/main" val="207986648"/>
      </p:ext>
    </p:extLst>
  </p:cSld>
</p:sld>
</file>

<file path=ppt/slides/slide4.xml><?xml version="1.0" encoding="utf-8"?>
<p:sld xmlns:p="http://schemas.openxmlformats.org/presentationml/2006/main">
  <p:cSld>
    <p:bg>
      <p:bgPr>
        <a:solidFill xmlns:a="http://schemas.openxmlformats.org/drawingml/2006/main">
          <a:srgbClr val="FCFA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642445E-D9D5-4F07-A69B-92076E29CFAF}"/>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20151D"/>
                </a:solidFill>
                <a:latin typeface="Helvetica Neue"/>
                <a:ea typeface="Helvetica Neue"/>
                <a:cs typeface="Helvetica Neue"/>
              </a:defRPr>
            </a:defPPr>
            <a:lvl1pPr>
              <a:defRPr sz="3450" b="1">
                <a:solidFill>
                  <a:srgbClr val="20151D"/>
                </a:solidFill>
                <a:latin typeface="Helvetica Neue"/>
                <a:ea typeface="Helvetica Neue"/>
                <a:cs typeface="Helvetica Neue"/>
              </a:defRPr>
            </a:lvl1pPr>
            <a:lvl2pPr>
              <a:defRPr sz="3450" b="1">
                <a:solidFill>
                  <a:srgbClr val="20151D"/>
                </a:solidFill>
                <a:latin typeface="Helvetica Neue"/>
                <a:ea typeface="Helvetica Neue"/>
                <a:cs typeface="Helvetica Neue"/>
              </a:defRPr>
            </a:lvl2pPr>
            <a:lvl3pPr>
              <a:defRPr sz="3450" b="1">
                <a:solidFill>
                  <a:srgbClr val="20151D"/>
                </a:solidFill>
                <a:latin typeface="Helvetica Neue"/>
                <a:ea typeface="Helvetica Neue"/>
                <a:cs typeface="Helvetica Neue"/>
              </a:defRPr>
            </a:lvl3pPr>
            <a:lvl4pPr>
              <a:defRPr sz="3450" b="1">
                <a:solidFill>
                  <a:srgbClr val="20151D"/>
                </a:solidFill>
                <a:latin typeface="Helvetica Neue"/>
                <a:ea typeface="Helvetica Neue"/>
                <a:cs typeface="Helvetica Neue"/>
              </a:defRPr>
            </a:lvl4pPr>
            <a:lvl5pPr>
              <a:defRPr sz="3450" b="1">
                <a:solidFill>
                  <a:srgbClr val="20151D"/>
                </a:solidFill>
                <a:latin typeface="Helvetica Neue"/>
                <a:ea typeface="Helvetica Neue"/>
                <a:cs typeface="Helvetica Neue"/>
              </a:defRPr>
            </a:lvl5pPr>
            <a:lvl6pPr>
              <a:defRPr sz="3450" b="1">
                <a:solidFill>
                  <a:srgbClr val="20151D"/>
                </a:solidFill>
                <a:latin typeface="Helvetica Neue"/>
                <a:ea typeface="Helvetica Neue"/>
                <a:cs typeface="Helvetica Neue"/>
              </a:defRPr>
            </a:lvl6pPr>
            <a:lvl7pPr>
              <a:defRPr sz="3450" b="1">
                <a:solidFill>
                  <a:srgbClr val="20151D"/>
                </a:solidFill>
                <a:latin typeface="Helvetica Neue"/>
                <a:ea typeface="Helvetica Neue"/>
                <a:cs typeface="Helvetica Neue"/>
              </a:defRPr>
            </a:lvl7pPr>
            <a:lvl8pPr>
              <a:defRPr sz="3450" b="1">
                <a:solidFill>
                  <a:srgbClr val="20151D"/>
                </a:solidFill>
                <a:latin typeface="Helvetica Neue"/>
                <a:ea typeface="Helvetica Neue"/>
                <a:cs typeface="Helvetica Neue"/>
              </a:defRPr>
            </a:lvl8pPr>
            <a:lvl9pPr>
              <a:defRPr sz="3450" b="1">
                <a:solidFill>
                  <a:srgbClr val="20151D"/>
                </a:solidFill>
                <a:latin typeface="Helvetica Neue"/>
                <a:ea typeface="Helvetica Neue"/>
                <a:cs typeface="Helvetica Neue"/>
              </a:defRPr>
            </a:lvl9pPr>
          </a:lstStyle>
          <a:p xmlns:a="http://schemas.openxmlformats.org/drawingml/2006/main">
            <a:pPr>
              <a:defRPr sz="3450" b="1">
                <a:solidFill>
                  <a:srgbClr val="20151D"/>
                </a:solidFill>
                <a:latin typeface="Helvetica Neue"/>
                <a:ea typeface="Helvetica Neue"/>
                <a:cs typeface="Helvetica Neue"/>
              </a:defRPr>
            </a:pPr>
            <a:r>
              <a:rPr sz="3450" b="1">
                <a:solidFill>
                  <a:srgbClr val="20151D"/>
                </a:solidFill>
                <a:latin typeface="Helvetica Neue"/>
                <a:ea typeface="Helvetica Neue"/>
                <a:cs typeface="Helvetica Neue"/>
              </a:rPr>
              <a:t>Visible indicators with qualified explanations</a:t>
            </a:r>
          </a:p>
        </p:txBody>
      </p:sp>
      <p:sp>
        <p:nvSpPr>
          <p:cNvPr id="2" name="">
            <a:extLst xmlns:a="http://schemas.openxmlformats.org/drawingml/2006/main">
              <a:ext uri="{FF2B5EF4-FFF2-40B4-BE49-F238E27FC236}">
                <a16:creationId xmlns:a16="http://schemas.microsoft.com/office/drawing/2014/main" id="{3A54BC2D-443E-43F2-8318-C66D582B8524}"/>
              </a:ext>
            </a:extLst>
          </p:cNvPr>
          <p:cNvSpPr>
            <a:spLocks xmlns:a="http://schemas.openxmlformats.org/drawingml/2006/main" noGrp="1"/>
          </p:cNvSpPr>
          <p:nvPr/>
        </p:nvSpPr>
        <p:spPr>
          <a:xfrm xmlns:a="http://schemas.openxmlformats.org/drawingml/2006/main">
            <a:off x="6858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D626B"/>
                </a:solidFill>
                <a:latin typeface="Helvetica Neue"/>
                <a:ea typeface="Helvetica Neue"/>
                <a:cs typeface="Helvetica Neue"/>
              </a:defRPr>
            </a:defPPr>
            <a:lvl1pPr>
              <a:defRPr sz="1275" b="0">
                <a:solidFill>
                  <a:srgbClr val="6D626B"/>
                </a:solidFill>
                <a:latin typeface="Helvetica Neue"/>
                <a:ea typeface="Helvetica Neue"/>
                <a:cs typeface="Helvetica Neue"/>
              </a:defRPr>
            </a:lvl1pPr>
            <a:lvl2pPr>
              <a:defRPr sz="1275" b="0">
                <a:solidFill>
                  <a:srgbClr val="6D626B"/>
                </a:solidFill>
                <a:latin typeface="Helvetica Neue"/>
                <a:ea typeface="Helvetica Neue"/>
                <a:cs typeface="Helvetica Neue"/>
              </a:defRPr>
            </a:lvl2pPr>
            <a:lvl3pPr>
              <a:defRPr sz="1275" b="0">
                <a:solidFill>
                  <a:srgbClr val="6D626B"/>
                </a:solidFill>
                <a:latin typeface="Helvetica Neue"/>
                <a:ea typeface="Helvetica Neue"/>
                <a:cs typeface="Helvetica Neue"/>
              </a:defRPr>
            </a:lvl3pPr>
            <a:lvl4pPr>
              <a:defRPr sz="1275" b="0">
                <a:solidFill>
                  <a:srgbClr val="6D626B"/>
                </a:solidFill>
                <a:latin typeface="Helvetica Neue"/>
                <a:ea typeface="Helvetica Neue"/>
                <a:cs typeface="Helvetica Neue"/>
              </a:defRPr>
            </a:lvl4pPr>
            <a:lvl5pPr>
              <a:defRPr sz="1275" b="0">
                <a:solidFill>
                  <a:srgbClr val="6D626B"/>
                </a:solidFill>
                <a:latin typeface="Helvetica Neue"/>
                <a:ea typeface="Helvetica Neue"/>
                <a:cs typeface="Helvetica Neue"/>
              </a:defRPr>
            </a:lvl5pPr>
            <a:lvl6pPr>
              <a:defRPr sz="1275" b="0">
                <a:solidFill>
                  <a:srgbClr val="6D626B"/>
                </a:solidFill>
                <a:latin typeface="Helvetica Neue"/>
                <a:ea typeface="Helvetica Neue"/>
                <a:cs typeface="Helvetica Neue"/>
              </a:defRPr>
            </a:lvl6pPr>
            <a:lvl7pPr>
              <a:defRPr sz="1275" b="0">
                <a:solidFill>
                  <a:srgbClr val="6D626B"/>
                </a:solidFill>
                <a:latin typeface="Helvetica Neue"/>
                <a:ea typeface="Helvetica Neue"/>
                <a:cs typeface="Helvetica Neue"/>
              </a:defRPr>
            </a:lvl7pPr>
            <a:lvl8pPr>
              <a:defRPr sz="1275" b="0">
                <a:solidFill>
                  <a:srgbClr val="6D626B"/>
                </a:solidFill>
                <a:latin typeface="Helvetica Neue"/>
                <a:ea typeface="Helvetica Neue"/>
                <a:cs typeface="Helvetica Neue"/>
              </a:defRPr>
            </a:lvl8pPr>
            <a:lvl9pPr>
              <a:defRPr sz="1275" b="0">
                <a:solidFill>
                  <a:srgbClr val="6D626B"/>
                </a:solidFill>
                <a:latin typeface="Helvetica Neue"/>
                <a:ea typeface="Helvetica Neue"/>
                <a:cs typeface="Helvetica Neue"/>
              </a:defRPr>
            </a:lvl9pPr>
          </a:lstStyle>
          <a:p xmlns:a="http://schemas.openxmlformats.org/drawingml/2006/main">
            <a:pPr>
              <a:defRPr sz="1275" b="0">
                <a:solidFill>
                  <a:srgbClr val="6D626B"/>
                </a:solidFill>
                <a:latin typeface="Helvetica Neue"/>
                <a:ea typeface="Helvetica Neue"/>
                <a:cs typeface="Helvetica Neue"/>
              </a:defRPr>
            </a:pPr>
            <a:r>
              <a:rPr sz="1275" b="0">
                <a:solidFill>
                  <a:srgbClr val="6D626B"/>
                </a:solidFill>
                <a:latin typeface="Helvetica Neue"/>
                <a:ea typeface="Helvetica Neue"/>
                <a:cs typeface="Helvetica Neue"/>
              </a:rPr>
              <a:t>8bit  /  Datathon 26</a:t>
            </a:r>
          </a:p>
        </p:txBody>
      </p:sp>
      <p:sp>
        <p:nvSpPr>
          <p:cNvPr id="3" name="">
            <a:extLst xmlns:a="http://schemas.openxmlformats.org/drawingml/2006/main">
              <a:ext uri="{FF2B5EF4-FFF2-40B4-BE49-F238E27FC236}">
                <a16:creationId xmlns:a16="http://schemas.microsoft.com/office/drawing/2014/main" id="{616ABE1B-1712-4718-91FE-E2ABBC5576D0}"/>
              </a:ext>
            </a:extLst>
          </p:cNvPr>
          <p:cNvSpPr>
            <a:spLocks xmlns:a="http://schemas.openxmlformats.org/drawingml/2006/main" noGrp="1"/>
          </p:cNvSpPr>
          <p:nvPr/>
        </p:nvSpPr>
        <p:spPr>
          <a:xfrm xmlns:a="http://schemas.openxmlformats.org/drawingml/2006/main">
            <a:off x="11096625"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D626B"/>
                </a:solidFill>
                <a:latin typeface="Helvetica Neue"/>
                <a:ea typeface="Helvetica Neue"/>
                <a:cs typeface="Helvetica Neue"/>
              </a:defRPr>
            </a:defPPr>
            <a:lvl1pPr>
              <a:defRPr sz="1275" b="0">
                <a:solidFill>
                  <a:srgbClr val="6D626B"/>
                </a:solidFill>
                <a:latin typeface="Helvetica Neue"/>
                <a:ea typeface="Helvetica Neue"/>
                <a:cs typeface="Helvetica Neue"/>
              </a:defRPr>
            </a:lvl1pPr>
            <a:lvl2pPr>
              <a:defRPr sz="1275" b="0">
                <a:solidFill>
                  <a:srgbClr val="6D626B"/>
                </a:solidFill>
                <a:latin typeface="Helvetica Neue"/>
                <a:ea typeface="Helvetica Neue"/>
                <a:cs typeface="Helvetica Neue"/>
              </a:defRPr>
            </a:lvl2pPr>
            <a:lvl3pPr>
              <a:defRPr sz="1275" b="0">
                <a:solidFill>
                  <a:srgbClr val="6D626B"/>
                </a:solidFill>
                <a:latin typeface="Helvetica Neue"/>
                <a:ea typeface="Helvetica Neue"/>
                <a:cs typeface="Helvetica Neue"/>
              </a:defRPr>
            </a:lvl3pPr>
            <a:lvl4pPr>
              <a:defRPr sz="1275" b="0">
                <a:solidFill>
                  <a:srgbClr val="6D626B"/>
                </a:solidFill>
                <a:latin typeface="Helvetica Neue"/>
                <a:ea typeface="Helvetica Neue"/>
                <a:cs typeface="Helvetica Neue"/>
              </a:defRPr>
            </a:lvl4pPr>
            <a:lvl5pPr>
              <a:defRPr sz="1275" b="0">
                <a:solidFill>
                  <a:srgbClr val="6D626B"/>
                </a:solidFill>
                <a:latin typeface="Helvetica Neue"/>
                <a:ea typeface="Helvetica Neue"/>
                <a:cs typeface="Helvetica Neue"/>
              </a:defRPr>
            </a:lvl5pPr>
            <a:lvl6pPr>
              <a:defRPr sz="1275" b="0">
                <a:solidFill>
                  <a:srgbClr val="6D626B"/>
                </a:solidFill>
                <a:latin typeface="Helvetica Neue"/>
                <a:ea typeface="Helvetica Neue"/>
                <a:cs typeface="Helvetica Neue"/>
              </a:defRPr>
            </a:lvl6pPr>
            <a:lvl7pPr>
              <a:defRPr sz="1275" b="0">
                <a:solidFill>
                  <a:srgbClr val="6D626B"/>
                </a:solidFill>
                <a:latin typeface="Helvetica Neue"/>
                <a:ea typeface="Helvetica Neue"/>
                <a:cs typeface="Helvetica Neue"/>
              </a:defRPr>
            </a:lvl7pPr>
            <a:lvl8pPr>
              <a:defRPr sz="1275" b="0">
                <a:solidFill>
                  <a:srgbClr val="6D626B"/>
                </a:solidFill>
                <a:latin typeface="Helvetica Neue"/>
                <a:ea typeface="Helvetica Neue"/>
                <a:cs typeface="Helvetica Neue"/>
              </a:defRPr>
            </a:lvl8pPr>
            <a:lvl9pPr>
              <a:defRPr sz="1275" b="0">
                <a:solidFill>
                  <a:srgbClr val="6D626B"/>
                </a:solidFill>
                <a:latin typeface="Helvetica Neue"/>
                <a:ea typeface="Helvetica Neue"/>
                <a:cs typeface="Helvetica Neue"/>
              </a:defRPr>
            </a:lvl9pPr>
          </a:lstStyle>
          <a:p xmlns:a="http://schemas.openxmlformats.org/drawingml/2006/main">
            <a:pPr>
              <a:defRPr sz="1275" b="0">
                <a:solidFill>
                  <a:srgbClr val="6D626B"/>
                </a:solidFill>
                <a:latin typeface="Helvetica Neue"/>
                <a:ea typeface="Helvetica Neue"/>
                <a:cs typeface="Helvetica Neue"/>
              </a:defRPr>
            </a:pPr>
            <a:r>
              <a:rPr sz="1275" b="0">
                <a:solidFill>
                  <a:srgbClr val="6D626B"/>
                </a:solidFill>
                <a:latin typeface="Helvetica Neue"/>
                <a:ea typeface="Helvetica Neue"/>
                <a:cs typeface="Helvetica Neue"/>
              </a:rPr>
              <a:t>04</a:t>
            </a:r>
          </a:p>
        </p:txBody>
      </p:sp>
      <p:graphicFrame>
        <p:nvGraphicFramePr>
          <p:cNvPr id="4" name="">
            <a:extLst xmlns:a="http://schemas.openxmlformats.org/drawingml/2006/main">
              <a:ext uri="{FF2B5EF4-FFF2-40B4-BE49-F238E27FC236}">
                <a16:creationId xmlns:a16="http://schemas.microsoft.com/office/drawing/2014/main" id="{E8774581-15CA-41F9-A034-86459B72E5E3}"/>
              </a:ext>
            </a:extLst>
          </p:cNvPr>
          <p:cNvGraphicFramePr/>
          <p:nvPr/>
        </p:nvGraphicFramePr>
        <p:xfrm>
          <a:off xmlns:a="http://schemas.openxmlformats.org/drawingml/2006/main" x="685800" y="1733550"/>
          <a:ext xmlns:a="http://schemas.openxmlformats.org/drawingml/2006/main" cx="10820400" cy="3238500"/>
        </p:xfrm>
        <a:graphic xmlns:a="http://schemas.openxmlformats.org/drawingml/2006/main">
          <a:graphicData uri="http://schemas.openxmlformats.org/drawingml/2006/table">
            <a:tbl>
              <a:tblPr/>
              <a:tblGrid>
                <a:gridCol w="3143250"/>
                <a:gridCol w="4238625"/>
                <a:gridCol w="3438525"/>
              </a:tblGrid>
              <a:tr h="809625">
                <a:tc>
                  <a:txBody>
                    <a:bodyPr lIns="114300" tIns="114300" rIns="114300" bIns="114300"/>
                    <a:lstStyle/>
                    <a:p>
                      <a:r>
                        <a:rPr sz="1800" b="1">
                          <a:solidFill>
                            <a:srgbClr val="FFFFFF"/>
                          </a:solidFill>
                          <a:latin typeface="Helvetica Neue"/>
                          <a:ea typeface="Helvetica Neue"/>
                          <a:cs typeface="Helvetica Neue"/>
                        </a:rPr>
                        <a:t>Visible indicator</a:t>
                      </a:r>
                    </a:p>
                  </a:txBody>
                  <a:tcPr marL="91440" marR="91440" marT="45720" marB="45720" anchor="ctr">
                    <a:lnL w="9525">
                      <a:solidFill>
                        <a:srgbClr val="E4D8E0"/>
                      </a:solidFill>
                      <a:prstDash val="solid"/>
                    </a:lnL>
                    <a:lnR w="9525">
                      <a:solidFill>
                        <a:srgbClr val="E4D8E0"/>
                      </a:solidFill>
                      <a:prstDash val="solid"/>
                    </a:lnR>
                    <a:lnT w="9525">
                      <a:solidFill>
                        <a:srgbClr val="E4D8E0"/>
                      </a:solidFill>
                      <a:prstDash val="solid"/>
                    </a:lnT>
                    <a:lnB w="9525">
                      <a:solidFill>
                        <a:srgbClr val="E4D8E0"/>
                      </a:solidFill>
                      <a:prstDash val="solid"/>
                    </a:lnB>
                    <a:solidFill>
                      <a:srgbClr val="2B1021"/>
                    </a:solidFill>
                  </a:tcPr>
                </a:tc>
                <a:tc>
                  <a:txBody>
                    <a:bodyPr lIns="114300" tIns="114300" rIns="114300" bIns="114300"/>
                    <a:lstStyle/>
                    <a:p>
                      <a:r>
                        <a:rPr sz="1800" b="1">
                          <a:solidFill>
                            <a:srgbClr val="FFFFFF"/>
                          </a:solidFill>
                          <a:latin typeface="Helvetica Neue"/>
                          <a:ea typeface="Helvetica Neue"/>
                          <a:cs typeface="Helvetica Neue"/>
                        </a:rPr>
                        <a:t>What still needs human review</a:t>
                      </a:r>
                    </a:p>
                  </a:txBody>
                  <a:tcPr marL="91440" marR="91440" marT="45720" marB="45720" anchor="ctr">
                    <a:lnR w="9525">
                      <a:solidFill>
                        <a:srgbClr val="E4D8E0"/>
                      </a:solidFill>
                      <a:prstDash val="solid"/>
                    </a:lnR>
                    <a:lnT w="9525">
                      <a:solidFill>
                        <a:srgbClr val="E4D8E0"/>
                      </a:solidFill>
                      <a:prstDash val="solid"/>
                    </a:lnT>
                    <a:lnB w="9525">
                      <a:solidFill>
                        <a:srgbClr val="E4D8E0"/>
                      </a:solidFill>
                      <a:prstDash val="solid"/>
                    </a:lnB>
                    <a:solidFill>
                      <a:srgbClr val="2B1021"/>
                    </a:solidFill>
                  </a:tcPr>
                </a:tc>
                <a:tc>
                  <a:txBody>
                    <a:bodyPr lIns="114300" tIns="114300" rIns="114300" bIns="114300"/>
                    <a:lstStyle/>
                    <a:p>
                      <a:r>
                        <a:rPr sz="1800" b="1">
                          <a:solidFill>
                            <a:srgbClr val="FFFFFF"/>
                          </a:solidFill>
                          <a:latin typeface="Helvetica Neue"/>
                          <a:ea typeface="Helvetica Neue"/>
                          <a:cs typeface="Helvetica Neue"/>
                        </a:rPr>
                        <a:t>Kazakhstan source</a:t>
                      </a:r>
                    </a:p>
                  </a:txBody>
                  <a:tcPr marL="91440" marR="91440" marT="45720" marB="45720" anchor="ctr">
                    <a:lnR w="9525">
                      <a:solidFill>
                        <a:srgbClr val="E4D8E0"/>
                      </a:solidFill>
                      <a:prstDash val="solid"/>
                    </a:lnR>
                    <a:lnT w="9525">
                      <a:solidFill>
                        <a:srgbClr val="E4D8E0"/>
                      </a:solidFill>
                      <a:prstDash val="solid"/>
                    </a:lnT>
                    <a:lnB w="9525">
                      <a:solidFill>
                        <a:srgbClr val="E4D8E0"/>
                      </a:solidFill>
                      <a:prstDash val="solid"/>
                    </a:lnB>
                    <a:solidFill>
                      <a:srgbClr val="2B1021"/>
                    </a:solidFill>
                  </a:tcPr>
                </a:tc>
              </a:tr>
              <a:tr h="809625">
                <a:tc>
                  <a:txBody>
                    <a:bodyPr lIns="114300" tIns="114300" rIns="114300" bIns="114300"/>
                    <a:lstStyle/>
                    <a:p>
                      <a:r>
                        <a:rPr sz="1800" b="0">
                          <a:solidFill>
                            <a:srgbClr val="20151D"/>
                          </a:solidFill>
                          <a:latin typeface="Helvetica Neue"/>
                          <a:ea typeface="Helvetica Neue"/>
                          <a:cs typeface="Helvetica Neue"/>
                        </a:rPr>
                        <a:t>Additional person in cash zone</a:t>
                      </a:r>
                    </a:p>
                  </a:txBody>
                  <a:tcPr marL="91440" marR="91440" marT="45720" marB="45720" anchor="ctr">
                    <a:lnL w="9525">
                      <a:solidFill>
                        <a:srgbClr val="E4D8E0"/>
                      </a:solidFill>
                      <a:prstDash val="solid"/>
                    </a:lnL>
                    <a:lnR w="9525">
                      <a:solidFill>
                        <a:srgbClr val="E4D8E0"/>
                      </a:solidFill>
                      <a:prstDash val="solid"/>
                    </a:lnR>
                    <a:lnB w="9525">
                      <a:solidFill>
                        <a:srgbClr val="E4D8E0"/>
                      </a:solidFill>
                      <a:prstDash val="solid"/>
                    </a:lnB>
                    <a:solidFill>
                      <a:srgbClr val="FFFFFF"/>
                    </a:solidFill>
                  </a:tcPr>
                </a:tc>
                <a:tc>
                  <a:txBody>
                    <a:bodyPr lIns="114300" tIns="114300" rIns="114300" bIns="114300"/>
                    <a:lstStyle/>
                    <a:p>
                      <a:r>
                        <a:rPr sz="1800" b="0">
                          <a:solidFill>
                            <a:srgbClr val="20151D"/>
                          </a:solidFill>
                          <a:latin typeface="Helvetica Neue"/>
                          <a:ea typeface="Helvetica Neue"/>
                          <a:cs typeface="Helvetica Neue"/>
                        </a:rPr>
                        <a:t>Their role and access permission</a:t>
                      </a:r>
                    </a:p>
                  </a:txBody>
                  <a:tcPr marL="91440" marR="91440" marT="45720" marB="45720" anchor="ctr">
                    <a:lnR w="9525">
                      <a:solidFill>
                        <a:srgbClr val="E4D8E0"/>
                      </a:solidFill>
                      <a:prstDash val="solid"/>
                    </a:lnR>
                    <a:lnB w="9525">
                      <a:solidFill>
                        <a:srgbClr val="E4D8E0"/>
                      </a:solidFill>
                      <a:prstDash val="solid"/>
                    </a:lnB>
                    <a:solidFill>
                      <a:srgbClr val="FFFFFF"/>
                    </a:solidFill>
                  </a:tcPr>
                </a:tc>
                <a:tc>
                  <a:txBody>
                    <a:bodyPr lIns="114300" tIns="114300" rIns="114300" bIns="114300"/>
                    <a:lstStyle/>
                    <a:p>
                      <a:r>
                        <a:rPr sz="1800" b="0">
                          <a:solidFill>
                            <a:srgbClr val="20151D"/>
                          </a:solidFill>
                          <a:latin typeface="Helvetica Neue"/>
                          <a:ea typeface="Helvetica Neue"/>
                          <a:cs typeface="Helvetica Neue"/>
                        </a:rPr>
                        <a:t>Rules № 14, points 8/16</a:t>
                      </a:r>
                    </a:p>
                  </a:txBody>
                  <a:tcPr marL="91440" marR="91440" marT="45720" marB="45720" anchor="ctr">
                    <a:lnR w="9525">
                      <a:solidFill>
                        <a:srgbClr val="E4D8E0"/>
                      </a:solidFill>
                      <a:prstDash val="solid"/>
                    </a:lnR>
                    <a:lnB w="9525">
                      <a:solidFill>
                        <a:srgbClr val="E4D8E0"/>
                      </a:solidFill>
                      <a:prstDash val="solid"/>
                    </a:lnB>
                    <a:solidFill>
                      <a:srgbClr val="FFFFFF"/>
                    </a:solidFill>
                  </a:tcPr>
                </a:tc>
              </a:tr>
              <a:tr h="809625">
                <a:tc>
                  <a:txBody>
                    <a:bodyPr lIns="114300" tIns="114300" rIns="114300" bIns="114300"/>
                    <a:lstStyle/>
                    <a:p>
                      <a:r>
                        <a:rPr sz="1800" b="0">
                          <a:solidFill>
                            <a:srgbClr val="20151D"/>
                          </a:solidFill>
                          <a:latin typeface="Helvetica Neue"/>
                          <a:ea typeface="Helvetica Neue"/>
                          <a:cs typeface="Helvetica Neue"/>
                        </a:rPr>
                        <a:t>Short visible bag handoff</a:t>
                      </a:r>
                    </a:p>
                  </a:txBody>
                  <a:tcPr marL="91440" marR="91440" marT="45720" marB="45720" anchor="ctr">
                    <a:lnL w="9525">
                      <a:solidFill>
                        <a:srgbClr val="E4D8E0"/>
                      </a:solidFill>
                      <a:prstDash val="solid"/>
                    </a:lnL>
                    <a:lnR w="9525">
                      <a:solidFill>
                        <a:srgbClr val="E4D8E0"/>
                      </a:solidFill>
                      <a:prstDash val="solid"/>
                    </a:lnR>
                    <a:lnB w="9525">
                      <a:solidFill>
                        <a:srgbClr val="E4D8E0"/>
                      </a:solidFill>
                      <a:prstDash val="solid"/>
                    </a:lnB>
                    <a:solidFill>
                      <a:srgbClr val="F5EEF2"/>
                    </a:solidFill>
                  </a:tcPr>
                </a:tc>
                <a:tc>
                  <a:txBody>
                    <a:bodyPr lIns="114300" tIns="114300" rIns="114300" bIns="114300"/>
                    <a:lstStyle/>
                    <a:p>
                      <a:r>
                        <a:rPr sz="1800" b="0">
                          <a:solidFill>
                            <a:srgbClr val="20151D"/>
                          </a:solidFill>
                          <a:latin typeface="Helvetica Neue"/>
                          <a:ea typeface="Helvetica Neue"/>
                          <a:cs typeface="Helvetica Neue"/>
                        </a:rPr>
                        <a:t>Inspection outside the visible interval</a:t>
                      </a:r>
                    </a:p>
                  </a:txBody>
                  <a:tcPr marL="91440" marR="91440" marT="45720" marB="45720" anchor="ctr">
                    <a:lnR w="9525">
                      <a:solidFill>
                        <a:srgbClr val="E4D8E0"/>
                      </a:solidFill>
                      <a:prstDash val="solid"/>
                    </a:lnR>
                    <a:lnB w="9525">
                      <a:solidFill>
                        <a:srgbClr val="E4D8E0"/>
                      </a:solidFill>
                      <a:prstDash val="solid"/>
                    </a:lnB>
                    <a:solidFill>
                      <a:srgbClr val="F5EEF2"/>
                    </a:solidFill>
                  </a:tcPr>
                </a:tc>
                <a:tc>
                  <a:txBody>
                    <a:bodyPr lIns="114300" tIns="114300" rIns="114300" bIns="114300"/>
                    <a:lstStyle/>
                    <a:p>
                      <a:r>
                        <a:rPr sz="1800" b="0">
                          <a:solidFill>
                            <a:srgbClr val="20151D"/>
                          </a:solidFill>
                          <a:latin typeface="Helvetica Neue"/>
                          <a:ea typeface="Helvetica Neue"/>
                          <a:cs typeface="Helvetica Neue"/>
                        </a:rPr>
                        <a:t>Rules № 231, points 24/25</a:t>
                      </a:r>
                    </a:p>
                  </a:txBody>
                  <a:tcPr marL="91440" marR="91440" marT="45720" marB="45720" anchor="ctr">
                    <a:lnR w="9525">
                      <a:solidFill>
                        <a:srgbClr val="E4D8E0"/>
                      </a:solidFill>
                      <a:prstDash val="solid"/>
                    </a:lnR>
                    <a:lnB w="9525">
                      <a:solidFill>
                        <a:srgbClr val="E4D8E0"/>
                      </a:solidFill>
                      <a:prstDash val="solid"/>
                    </a:lnB>
                    <a:solidFill>
                      <a:srgbClr val="F5EEF2"/>
                    </a:solidFill>
                  </a:tcPr>
                </a:tc>
              </a:tr>
              <a:tr h="809625">
                <a:tc>
                  <a:txBody>
                    <a:bodyPr lIns="114300" tIns="114300" rIns="114300" bIns="114300"/>
                    <a:lstStyle/>
                    <a:p>
                      <a:r>
                        <a:rPr sz="1800" b="0">
                          <a:solidFill>
                            <a:srgbClr val="20151D"/>
                          </a:solidFill>
                          <a:latin typeface="Helvetica Neue"/>
                          <a:ea typeface="Helvetica Neue"/>
                          <a:cs typeface="Helvetica Neue"/>
                        </a:rPr>
                        <a:t>Active screen after departure</a:t>
                      </a:r>
                    </a:p>
                  </a:txBody>
                  <a:tcPr marL="91440" marR="91440" marT="45720" marB="45720" anchor="ctr">
                    <a:lnL w="9525">
                      <a:solidFill>
                        <a:srgbClr val="E4D8E0"/>
                      </a:solidFill>
                      <a:prstDash val="solid"/>
                    </a:lnL>
                    <a:lnR w="9525">
                      <a:solidFill>
                        <a:srgbClr val="E4D8E0"/>
                      </a:solidFill>
                      <a:prstDash val="solid"/>
                    </a:lnR>
                    <a:lnB w="9525">
                      <a:solidFill>
                        <a:srgbClr val="E4D8E0"/>
                      </a:solidFill>
                      <a:prstDash val="solid"/>
                    </a:lnB>
                    <a:solidFill>
                      <a:srgbClr val="FFFFFF"/>
                    </a:solidFill>
                  </a:tcPr>
                </a:tc>
                <a:tc>
                  <a:txBody>
                    <a:bodyPr lIns="114300" tIns="114300" rIns="114300" bIns="114300"/>
                    <a:lstStyle/>
                    <a:p>
                      <a:r>
                        <a:rPr sz="1800" b="0">
                          <a:solidFill>
                            <a:srgbClr val="20151D"/>
                          </a:solidFill>
                          <a:latin typeface="Helvetica Neue"/>
                          <a:ea typeface="Helvetica Neue"/>
                          <a:cs typeface="Helvetica Neue"/>
                        </a:rPr>
                        <a:t>A short clip cannot prove a 30-minute timeout breach</a:t>
                      </a:r>
                    </a:p>
                  </a:txBody>
                  <a:tcPr marL="91440" marR="91440" marT="45720" marB="45720" anchor="ctr">
                    <a:lnR w="9525">
                      <a:solidFill>
                        <a:srgbClr val="E4D8E0"/>
                      </a:solidFill>
                      <a:prstDash val="solid"/>
                    </a:lnR>
                    <a:lnB w="9525">
                      <a:solidFill>
                        <a:srgbClr val="E4D8E0"/>
                      </a:solidFill>
                      <a:prstDash val="solid"/>
                    </a:lnB>
                    <a:solidFill>
                      <a:srgbClr val="FFFFFF"/>
                    </a:solidFill>
                  </a:tcPr>
                </a:tc>
                <a:tc>
                  <a:txBody>
                    <a:bodyPr lIns="114300" tIns="114300" rIns="114300" bIns="114300"/>
                    <a:lstStyle/>
                    <a:p>
                      <a:r>
                        <a:rPr sz="1800" b="0">
                          <a:solidFill>
                            <a:srgbClr val="20151D"/>
                          </a:solidFill>
                          <a:latin typeface="Helvetica Neue"/>
                          <a:ea typeface="Helvetica Neue"/>
                          <a:cs typeface="Helvetica Neue"/>
                        </a:rPr>
                        <a:t>Requirements № 53, points 26/71</a:t>
                      </a:r>
                    </a:p>
                  </a:txBody>
                  <a:tcPr marL="91440" marR="91440" marT="45720" marB="45720" anchor="ctr">
                    <a:lnR w="9525">
                      <a:solidFill>
                        <a:srgbClr val="E4D8E0"/>
                      </a:solidFill>
                      <a:prstDash val="solid"/>
                    </a:lnR>
                    <a:lnB w="9525">
                      <a:solidFill>
                        <a:srgbClr val="E4D8E0"/>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6D95882-B929-4825-91A7-BD6048E6D819}"/>
              </a:ext>
            </a:extLst>
          </p:cNvPr>
          <p:cNvSpPr>
            <a:spLocks xmlns:a="http://schemas.openxmlformats.org/drawingml/2006/main" noGrp="1"/>
          </p:cNvSpPr>
          <p:nvPr/>
        </p:nvSpPr>
        <p:spPr>
          <a:xfrm xmlns:a="http://schemas.openxmlformats.org/drawingml/2006/main">
            <a:off x="685800" y="535305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0151D"/>
                </a:solidFill>
                <a:latin typeface="Helvetica Neue"/>
                <a:ea typeface="Helvetica Neue"/>
                <a:cs typeface="Helvetica Neue"/>
              </a:defRPr>
            </a:defPPr>
            <a:lvl1pPr>
              <a:defRPr sz="2175" b="1">
                <a:solidFill>
                  <a:srgbClr val="20151D"/>
                </a:solidFill>
                <a:latin typeface="Helvetica Neue"/>
                <a:ea typeface="Helvetica Neue"/>
                <a:cs typeface="Helvetica Neue"/>
              </a:defRPr>
            </a:lvl1pPr>
            <a:lvl2pPr>
              <a:defRPr sz="2175" b="1">
                <a:solidFill>
                  <a:srgbClr val="20151D"/>
                </a:solidFill>
                <a:latin typeface="Helvetica Neue"/>
                <a:ea typeface="Helvetica Neue"/>
                <a:cs typeface="Helvetica Neue"/>
              </a:defRPr>
            </a:lvl2pPr>
            <a:lvl3pPr>
              <a:defRPr sz="2175" b="1">
                <a:solidFill>
                  <a:srgbClr val="20151D"/>
                </a:solidFill>
                <a:latin typeface="Helvetica Neue"/>
                <a:ea typeface="Helvetica Neue"/>
                <a:cs typeface="Helvetica Neue"/>
              </a:defRPr>
            </a:lvl3pPr>
            <a:lvl4pPr>
              <a:defRPr sz="2175" b="1">
                <a:solidFill>
                  <a:srgbClr val="20151D"/>
                </a:solidFill>
                <a:latin typeface="Helvetica Neue"/>
                <a:ea typeface="Helvetica Neue"/>
                <a:cs typeface="Helvetica Neue"/>
              </a:defRPr>
            </a:lvl4pPr>
            <a:lvl5pPr>
              <a:defRPr sz="2175" b="1">
                <a:solidFill>
                  <a:srgbClr val="20151D"/>
                </a:solidFill>
                <a:latin typeface="Helvetica Neue"/>
                <a:ea typeface="Helvetica Neue"/>
                <a:cs typeface="Helvetica Neue"/>
              </a:defRPr>
            </a:lvl5pPr>
            <a:lvl6pPr>
              <a:defRPr sz="2175" b="1">
                <a:solidFill>
                  <a:srgbClr val="20151D"/>
                </a:solidFill>
                <a:latin typeface="Helvetica Neue"/>
                <a:ea typeface="Helvetica Neue"/>
                <a:cs typeface="Helvetica Neue"/>
              </a:defRPr>
            </a:lvl6pPr>
            <a:lvl7pPr>
              <a:defRPr sz="2175" b="1">
                <a:solidFill>
                  <a:srgbClr val="20151D"/>
                </a:solidFill>
                <a:latin typeface="Helvetica Neue"/>
                <a:ea typeface="Helvetica Neue"/>
                <a:cs typeface="Helvetica Neue"/>
              </a:defRPr>
            </a:lvl7pPr>
            <a:lvl8pPr>
              <a:defRPr sz="2175" b="1">
                <a:solidFill>
                  <a:srgbClr val="20151D"/>
                </a:solidFill>
                <a:latin typeface="Helvetica Neue"/>
                <a:ea typeface="Helvetica Neue"/>
                <a:cs typeface="Helvetica Neue"/>
              </a:defRPr>
            </a:lvl8pPr>
            <a:lvl9pPr>
              <a:defRPr sz="2175" b="1">
                <a:solidFill>
                  <a:srgbClr val="20151D"/>
                </a:solidFill>
                <a:latin typeface="Helvetica Neue"/>
                <a:ea typeface="Helvetica Neue"/>
                <a:cs typeface="Helvetica Neue"/>
              </a:defRPr>
            </a:lvl9pPr>
          </a:lstStyle>
          <a:p xmlns:a="http://schemas.openxmlformats.org/drawingml/2006/main">
            <a:pPr>
              <a:defRPr sz="2175" b="1">
                <a:solidFill>
                  <a:srgbClr val="20151D"/>
                </a:solidFill>
                <a:latin typeface="Helvetica Neue"/>
                <a:ea typeface="Helvetica Neue"/>
                <a:cs typeface="Helvetica Neue"/>
              </a:defRPr>
            </a:pPr>
            <a:r>
              <a:rPr sz="2175" b="1">
                <a:solidFill>
                  <a:srgbClr val="20151D"/>
                </a:solidFill>
                <a:latin typeface="Helvetica Neue"/>
                <a:ea typeface="Helvetica Neue"/>
                <a:cs typeface="Helvetica Neue"/>
              </a:rPr>
              <a:t>Every flag links the observation to a source. Indirect links remain explicit.</a:t>
            </a:r>
          </a:p>
        </p:txBody>
      </p:sp>
    </p:spTree>
    <p:extLst>
      <p:ext uri="{BB962C8B-B14F-4D97-AF65-F5344CB8AC3E}">
        <p14:creationId xmlns:p14="http://schemas.microsoft.com/office/powerpoint/2010/main" val="840256872"/>
      </p:ext>
    </p:extLst>
  </p:cSld>
</p:sld>
</file>

<file path=ppt/slides/slide5.xml><?xml version="1.0" encoding="utf-8"?>
<p:sld xmlns:p="http://schemas.openxmlformats.org/presentationml/2006/main">
  <p:cSld>
    <p:bg>
      <p:bgPr>
        <a:solidFill xmlns:a="http://schemas.openxmlformats.org/drawingml/2006/main">
          <a:srgbClr val="FCFA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B030506-01DA-482A-BCF2-BA7F0E4B68C4}"/>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20151D"/>
                </a:solidFill>
                <a:latin typeface="Helvetica Neue"/>
                <a:ea typeface="Helvetica Neue"/>
                <a:cs typeface="Helvetica Neue"/>
              </a:defRPr>
            </a:defPPr>
            <a:lvl1pPr>
              <a:defRPr sz="3450" b="1">
                <a:solidFill>
                  <a:srgbClr val="20151D"/>
                </a:solidFill>
                <a:latin typeface="Helvetica Neue"/>
                <a:ea typeface="Helvetica Neue"/>
                <a:cs typeface="Helvetica Neue"/>
              </a:defRPr>
            </a:lvl1pPr>
            <a:lvl2pPr>
              <a:defRPr sz="3450" b="1">
                <a:solidFill>
                  <a:srgbClr val="20151D"/>
                </a:solidFill>
                <a:latin typeface="Helvetica Neue"/>
                <a:ea typeface="Helvetica Neue"/>
                <a:cs typeface="Helvetica Neue"/>
              </a:defRPr>
            </a:lvl2pPr>
            <a:lvl3pPr>
              <a:defRPr sz="3450" b="1">
                <a:solidFill>
                  <a:srgbClr val="20151D"/>
                </a:solidFill>
                <a:latin typeface="Helvetica Neue"/>
                <a:ea typeface="Helvetica Neue"/>
                <a:cs typeface="Helvetica Neue"/>
              </a:defRPr>
            </a:lvl3pPr>
            <a:lvl4pPr>
              <a:defRPr sz="3450" b="1">
                <a:solidFill>
                  <a:srgbClr val="20151D"/>
                </a:solidFill>
                <a:latin typeface="Helvetica Neue"/>
                <a:ea typeface="Helvetica Neue"/>
                <a:cs typeface="Helvetica Neue"/>
              </a:defRPr>
            </a:lvl4pPr>
            <a:lvl5pPr>
              <a:defRPr sz="3450" b="1">
                <a:solidFill>
                  <a:srgbClr val="20151D"/>
                </a:solidFill>
                <a:latin typeface="Helvetica Neue"/>
                <a:ea typeface="Helvetica Neue"/>
                <a:cs typeface="Helvetica Neue"/>
              </a:defRPr>
            </a:lvl5pPr>
            <a:lvl6pPr>
              <a:defRPr sz="3450" b="1">
                <a:solidFill>
                  <a:srgbClr val="20151D"/>
                </a:solidFill>
                <a:latin typeface="Helvetica Neue"/>
                <a:ea typeface="Helvetica Neue"/>
                <a:cs typeface="Helvetica Neue"/>
              </a:defRPr>
            </a:lvl6pPr>
            <a:lvl7pPr>
              <a:defRPr sz="3450" b="1">
                <a:solidFill>
                  <a:srgbClr val="20151D"/>
                </a:solidFill>
                <a:latin typeface="Helvetica Neue"/>
                <a:ea typeface="Helvetica Neue"/>
                <a:cs typeface="Helvetica Neue"/>
              </a:defRPr>
            </a:lvl7pPr>
            <a:lvl8pPr>
              <a:defRPr sz="3450" b="1">
                <a:solidFill>
                  <a:srgbClr val="20151D"/>
                </a:solidFill>
                <a:latin typeface="Helvetica Neue"/>
                <a:ea typeface="Helvetica Neue"/>
                <a:cs typeface="Helvetica Neue"/>
              </a:defRPr>
            </a:lvl8pPr>
            <a:lvl9pPr>
              <a:defRPr sz="3450" b="1">
                <a:solidFill>
                  <a:srgbClr val="20151D"/>
                </a:solidFill>
                <a:latin typeface="Helvetica Neue"/>
                <a:ea typeface="Helvetica Neue"/>
                <a:cs typeface="Helvetica Neue"/>
              </a:defRPr>
            </a:lvl9pPr>
          </a:lstStyle>
          <a:p xmlns:a="http://schemas.openxmlformats.org/drawingml/2006/main">
            <a:pPr>
              <a:defRPr sz="3450" b="1">
                <a:solidFill>
                  <a:srgbClr val="20151D"/>
                </a:solidFill>
                <a:latin typeface="Helvetica Neue"/>
                <a:ea typeface="Helvetica Neue"/>
                <a:cs typeface="Helvetica Neue"/>
              </a:defRPr>
            </a:pPr>
            <a:r>
              <a:rPr sz="3450" b="1">
                <a:solidFill>
                  <a:srgbClr val="20151D"/>
                </a:solidFill>
                <a:latin typeface="Helvetica Neue"/>
                <a:ea typeface="Helvetica Neue"/>
                <a:cs typeface="Helvetica Neue"/>
              </a:rPr>
              <a:t>80% verdict accuracy on 40 development clips</a:t>
            </a:r>
          </a:p>
        </p:txBody>
      </p:sp>
      <p:sp>
        <p:nvSpPr>
          <p:cNvPr id="2" name="">
            <a:extLst xmlns:a="http://schemas.openxmlformats.org/drawingml/2006/main">
              <a:ext uri="{FF2B5EF4-FFF2-40B4-BE49-F238E27FC236}">
                <a16:creationId xmlns:a16="http://schemas.microsoft.com/office/drawing/2014/main" id="{98B06EE6-347A-4669-8A24-CE0E1119F8F0}"/>
              </a:ext>
            </a:extLst>
          </p:cNvPr>
          <p:cNvSpPr>
            <a:spLocks xmlns:a="http://schemas.openxmlformats.org/drawingml/2006/main" noGrp="1"/>
          </p:cNvSpPr>
          <p:nvPr/>
        </p:nvSpPr>
        <p:spPr>
          <a:xfrm xmlns:a="http://schemas.openxmlformats.org/drawingml/2006/main">
            <a:off x="6858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D626B"/>
                </a:solidFill>
                <a:latin typeface="Helvetica Neue"/>
                <a:ea typeface="Helvetica Neue"/>
                <a:cs typeface="Helvetica Neue"/>
              </a:defRPr>
            </a:defPPr>
            <a:lvl1pPr>
              <a:defRPr sz="1275" b="0">
                <a:solidFill>
                  <a:srgbClr val="6D626B"/>
                </a:solidFill>
                <a:latin typeface="Helvetica Neue"/>
                <a:ea typeface="Helvetica Neue"/>
                <a:cs typeface="Helvetica Neue"/>
              </a:defRPr>
            </a:lvl1pPr>
            <a:lvl2pPr>
              <a:defRPr sz="1275" b="0">
                <a:solidFill>
                  <a:srgbClr val="6D626B"/>
                </a:solidFill>
                <a:latin typeface="Helvetica Neue"/>
                <a:ea typeface="Helvetica Neue"/>
                <a:cs typeface="Helvetica Neue"/>
              </a:defRPr>
            </a:lvl2pPr>
            <a:lvl3pPr>
              <a:defRPr sz="1275" b="0">
                <a:solidFill>
                  <a:srgbClr val="6D626B"/>
                </a:solidFill>
                <a:latin typeface="Helvetica Neue"/>
                <a:ea typeface="Helvetica Neue"/>
                <a:cs typeface="Helvetica Neue"/>
              </a:defRPr>
            </a:lvl3pPr>
            <a:lvl4pPr>
              <a:defRPr sz="1275" b="0">
                <a:solidFill>
                  <a:srgbClr val="6D626B"/>
                </a:solidFill>
                <a:latin typeface="Helvetica Neue"/>
                <a:ea typeface="Helvetica Neue"/>
                <a:cs typeface="Helvetica Neue"/>
              </a:defRPr>
            </a:lvl4pPr>
            <a:lvl5pPr>
              <a:defRPr sz="1275" b="0">
                <a:solidFill>
                  <a:srgbClr val="6D626B"/>
                </a:solidFill>
                <a:latin typeface="Helvetica Neue"/>
                <a:ea typeface="Helvetica Neue"/>
                <a:cs typeface="Helvetica Neue"/>
              </a:defRPr>
            </a:lvl5pPr>
            <a:lvl6pPr>
              <a:defRPr sz="1275" b="0">
                <a:solidFill>
                  <a:srgbClr val="6D626B"/>
                </a:solidFill>
                <a:latin typeface="Helvetica Neue"/>
                <a:ea typeface="Helvetica Neue"/>
                <a:cs typeface="Helvetica Neue"/>
              </a:defRPr>
            </a:lvl6pPr>
            <a:lvl7pPr>
              <a:defRPr sz="1275" b="0">
                <a:solidFill>
                  <a:srgbClr val="6D626B"/>
                </a:solidFill>
                <a:latin typeface="Helvetica Neue"/>
                <a:ea typeface="Helvetica Neue"/>
                <a:cs typeface="Helvetica Neue"/>
              </a:defRPr>
            </a:lvl7pPr>
            <a:lvl8pPr>
              <a:defRPr sz="1275" b="0">
                <a:solidFill>
                  <a:srgbClr val="6D626B"/>
                </a:solidFill>
                <a:latin typeface="Helvetica Neue"/>
                <a:ea typeface="Helvetica Neue"/>
                <a:cs typeface="Helvetica Neue"/>
              </a:defRPr>
            </a:lvl8pPr>
            <a:lvl9pPr>
              <a:defRPr sz="1275" b="0">
                <a:solidFill>
                  <a:srgbClr val="6D626B"/>
                </a:solidFill>
                <a:latin typeface="Helvetica Neue"/>
                <a:ea typeface="Helvetica Neue"/>
                <a:cs typeface="Helvetica Neue"/>
              </a:defRPr>
            </a:lvl9pPr>
          </a:lstStyle>
          <a:p xmlns:a="http://schemas.openxmlformats.org/drawingml/2006/main">
            <a:pPr>
              <a:defRPr sz="1275" b="0">
                <a:solidFill>
                  <a:srgbClr val="6D626B"/>
                </a:solidFill>
                <a:latin typeface="Helvetica Neue"/>
                <a:ea typeface="Helvetica Neue"/>
                <a:cs typeface="Helvetica Neue"/>
              </a:defRPr>
            </a:pPr>
            <a:r>
              <a:rPr sz="1275" b="0">
                <a:solidFill>
                  <a:srgbClr val="6D626B"/>
                </a:solidFill>
                <a:latin typeface="Helvetica Neue"/>
                <a:ea typeface="Helvetica Neue"/>
                <a:cs typeface="Helvetica Neue"/>
              </a:rPr>
              <a:t>8bit  /  Datathon 26</a:t>
            </a:r>
          </a:p>
        </p:txBody>
      </p:sp>
      <p:sp>
        <p:nvSpPr>
          <p:cNvPr id="3" name="">
            <a:extLst xmlns:a="http://schemas.openxmlformats.org/drawingml/2006/main">
              <a:ext uri="{FF2B5EF4-FFF2-40B4-BE49-F238E27FC236}">
                <a16:creationId xmlns:a16="http://schemas.microsoft.com/office/drawing/2014/main" id="{4D02B0D2-DE8A-4774-A1DB-AB290EA691B2}"/>
              </a:ext>
            </a:extLst>
          </p:cNvPr>
          <p:cNvSpPr>
            <a:spLocks xmlns:a="http://schemas.openxmlformats.org/drawingml/2006/main" noGrp="1"/>
          </p:cNvSpPr>
          <p:nvPr/>
        </p:nvSpPr>
        <p:spPr>
          <a:xfrm xmlns:a="http://schemas.openxmlformats.org/drawingml/2006/main">
            <a:off x="11096625"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D626B"/>
                </a:solidFill>
                <a:latin typeface="Helvetica Neue"/>
                <a:ea typeface="Helvetica Neue"/>
                <a:cs typeface="Helvetica Neue"/>
              </a:defRPr>
            </a:defPPr>
            <a:lvl1pPr>
              <a:defRPr sz="1275" b="0">
                <a:solidFill>
                  <a:srgbClr val="6D626B"/>
                </a:solidFill>
                <a:latin typeface="Helvetica Neue"/>
                <a:ea typeface="Helvetica Neue"/>
                <a:cs typeface="Helvetica Neue"/>
              </a:defRPr>
            </a:lvl1pPr>
            <a:lvl2pPr>
              <a:defRPr sz="1275" b="0">
                <a:solidFill>
                  <a:srgbClr val="6D626B"/>
                </a:solidFill>
                <a:latin typeface="Helvetica Neue"/>
                <a:ea typeface="Helvetica Neue"/>
                <a:cs typeface="Helvetica Neue"/>
              </a:defRPr>
            </a:lvl2pPr>
            <a:lvl3pPr>
              <a:defRPr sz="1275" b="0">
                <a:solidFill>
                  <a:srgbClr val="6D626B"/>
                </a:solidFill>
                <a:latin typeface="Helvetica Neue"/>
                <a:ea typeface="Helvetica Neue"/>
                <a:cs typeface="Helvetica Neue"/>
              </a:defRPr>
            </a:lvl3pPr>
            <a:lvl4pPr>
              <a:defRPr sz="1275" b="0">
                <a:solidFill>
                  <a:srgbClr val="6D626B"/>
                </a:solidFill>
                <a:latin typeface="Helvetica Neue"/>
                <a:ea typeface="Helvetica Neue"/>
                <a:cs typeface="Helvetica Neue"/>
              </a:defRPr>
            </a:lvl4pPr>
            <a:lvl5pPr>
              <a:defRPr sz="1275" b="0">
                <a:solidFill>
                  <a:srgbClr val="6D626B"/>
                </a:solidFill>
                <a:latin typeface="Helvetica Neue"/>
                <a:ea typeface="Helvetica Neue"/>
                <a:cs typeface="Helvetica Neue"/>
              </a:defRPr>
            </a:lvl5pPr>
            <a:lvl6pPr>
              <a:defRPr sz="1275" b="0">
                <a:solidFill>
                  <a:srgbClr val="6D626B"/>
                </a:solidFill>
                <a:latin typeface="Helvetica Neue"/>
                <a:ea typeface="Helvetica Neue"/>
                <a:cs typeface="Helvetica Neue"/>
              </a:defRPr>
            </a:lvl6pPr>
            <a:lvl7pPr>
              <a:defRPr sz="1275" b="0">
                <a:solidFill>
                  <a:srgbClr val="6D626B"/>
                </a:solidFill>
                <a:latin typeface="Helvetica Neue"/>
                <a:ea typeface="Helvetica Neue"/>
                <a:cs typeface="Helvetica Neue"/>
              </a:defRPr>
            </a:lvl7pPr>
            <a:lvl8pPr>
              <a:defRPr sz="1275" b="0">
                <a:solidFill>
                  <a:srgbClr val="6D626B"/>
                </a:solidFill>
                <a:latin typeface="Helvetica Neue"/>
                <a:ea typeface="Helvetica Neue"/>
                <a:cs typeface="Helvetica Neue"/>
              </a:defRPr>
            </a:lvl8pPr>
            <a:lvl9pPr>
              <a:defRPr sz="1275" b="0">
                <a:solidFill>
                  <a:srgbClr val="6D626B"/>
                </a:solidFill>
                <a:latin typeface="Helvetica Neue"/>
                <a:ea typeface="Helvetica Neue"/>
                <a:cs typeface="Helvetica Neue"/>
              </a:defRPr>
            </a:lvl9pPr>
          </a:lstStyle>
          <a:p xmlns:a="http://schemas.openxmlformats.org/drawingml/2006/main">
            <a:pPr>
              <a:defRPr sz="1275" b="0">
                <a:solidFill>
                  <a:srgbClr val="6D626B"/>
                </a:solidFill>
                <a:latin typeface="Helvetica Neue"/>
                <a:ea typeface="Helvetica Neue"/>
                <a:cs typeface="Helvetica Neue"/>
              </a:defRPr>
            </a:pPr>
            <a:r>
              <a:rPr sz="1275" b="0">
                <a:solidFill>
                  <a:srgbClr val="6D626B"/>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6DFA32E5-C23F-4733-874A-21603456F7A4}"/>
              </a:ext>
            </a:extLst>
          </p:cNvPr>
          <p:cNvSpPr>
            <a:spLocks xmlns:a="http://schemas.openxmlformats.org/drawingml/2006/main" noGrp="1"/>
          </p:cNvSpPr>
          <p:nvPr/>
        </p:nvSpPr>
        <p:spPr>
          <a:xfrm xmlns:a="http://schemas.openxmlformats.org/drawingml/2006/main">
            <a:off x="685800" y="1790700"/>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550" b="1">
                <a:solidFill>
                  <a:srgbClr val="B20A58"/>
                </a:solidFill>
                <a:latin typeface="Helvetica Neue"/>
                <a:ea typeface="Helvetica Neue"/>
                <a:cs typeface="Helvetica Neue"/>
              </a:defRPr>
            </a:defPPr>
            <a:lvl1pPr>
              <a:defRPr sz="5550" b="1">
                <a:solidFill>
                  <a:srgbClr val="B20A58"/>
                </a:solidFill>
                <a:latin typeface="Helvetica Neue"/>
                <a:ea typeface="Helvetica Neue"/>
                <a:cs typeface="Helvetica Neue"/>
              </a:defRPr>
            </a:lvl1pPr>
            <a:lvl2pPr>
              <a:defRPr sz="5550" b="1">
                <a:solidFill>
                  <a:srgbClr val="B20A58"/>
                </a:solidFill>
                <a:latin typeface="Helvetica Neue"/>
                <a:ea typeface="Helvetica Neue"/>
                <a:cs typeface="Helvetica Neue"/>
              </a:defRPr>
            </a:lvl2pPr>
            <a:lvl3pPr>
              <a:defRPr sz="5550" b="1">
                <a:solidFill>
                  <a:srgbClr val="B20A58"/>
                </a:solidFill>
                <a:latin typeface="Helvetica Neue"/>
                <a:ea typeface="Helvetica Neue"/>
                <a:cs typeface="Helvetica Neue"/>
              </a:defRPr>
            </a:lvl3pPr>
            <a:lvl4pPr>
              <a:defRPr sz="5550" b="1">
                <a:solidFill>
                  <a:srgbClr val="B20A58"/>
                </a:solidFill>
                <a:latin typeface="Helvetica Neue"/>
                <a:ea typeface="Helvetica Neue"/>
                <a:cs typeface="Helvetica Neue"/>
              </a:defRPr>
            </a:lvl4pPr>
            <a:lvl5pPr>
              <a:defRPr sz="5550" b="1">
                <a:solidFill>
                  <a:srgbClr val="B20A58"/>
                </a:solidFill>
                <a:latin typeface="Helvetica Neue"/>
                <a:ea typeface="Helvetica Neue"/>
                <a:cs typeface="Helvetica Neue"/>
              </a:defRPr>
            </a:lvl5pPr>
            <a:lvl6pPr>
              <a:defRPr sz="5550" b="1">
                <a:solidFill>
                  <a:srgbClr val="B20A58"/>
                </a:solidFill>
                <a:latin typeface="Helvetica Neue"/>
                <a:ea typeface="Helvetica Neue"/>
                <a:cs typeface="Helvetica Neue"/>
              </a:defRPr>
            </a:lvl6pPr>
            <a:lvl7pPr>
              <a:defRPr sz="5550" b="1">
                <a:solidFill>
                  <a:srgbClr val="B20A58"/>
                </a:solidFill>
                <a:latin typeface="Helvetica Neue"/>
                <a:ea typeface="Helvetica Neue"/>
                <a:cs typeface="Helvetica Neue"/>
              </a:defRPr>
            </a:lvl7pPr>
            <a:lvl8pPr>
              <a:defRPr sz="5550" b="1">
                <a:solidFill>
                  <a:srgbClr val="B20A58"/>
                </a:solidFill>
                <a:latin typeface="Helvetica Neue"/>
                <a:ea typeface="Helvetica Neue"/>
                <a:cs typeface="Helvetica Neue"/>
              </a:defRPr>
            </a:lvl8pPr>
            <a:lvl9pPr>
              <a:defRPr sz="5550" b="1">
                <a:solidFill>
                  <a:srgbClr val="B20A58"/>
                </a:solidFill>
                <a:latin typeface="Helvetica Neue"/>
                <a:ea typeface="Helvetica Neue"/>
                <a:cs typeface="Helvetica Neue"/>
              </a:defRPr>
            </a:lvl9pPr>
          </a:lstStyle>
          <a:p xmlns:a="http://schemas.openxmlformats.org/drawingml/2006/main">
            <a:pPr>
              <a:defRPr sz="5550" b="1">
                <a:solidFill>
                  <a:srgbClr val="B20A58"/>
                </a:solidFill>
                <a:latin typeface="Helvetica Neue"/>
                <a:ea typeface="Helvetica Neue"/>
                <a:cs typeface="Helvetica Neue"/>
              </a:defRPr>
            </a:pPr>
            <a:r>
              <a:rPr sz="5550" b="1">
                <a:solidFill>
                  <a:srgbClr val="B20A58"/>
                </a:solidFill>
                <a:latin typeface="Helvetica Neue"/>
                <a:ea typeface="Helvetica Neue"/>
                <a:cs typeface="Helvetica Neue"/>
              </a:rPr>
              <a:t>32 / 40</a:t>
            </a:r>
          </a:p>
        </p:txBody>
      </p:sp>
      <p:sp>
        <p:nvSpPr>
          <p:cNvPr id="5" name="">
            <a:extLst xmlns:a="http://schemas.openxmlformats.org/drawingml/2006/main">
              <a:ext uri="{FF2B5EF4-FFF2-40B4-BE49-F238E27FC236}">
                <a16:creationId xmlns:a16="http://schemas.microsoft.com/office/drawing/2014/main" id="{603313AD-315F-44E1-90B7-9402F657349D}"/>
              </a:ext>
            </a:extLst>
          </p:cNvPr>
          <p:cNvSpPr>
            <a:spLocks xmlns:a="http://schemas.openxmlformats.org/drawingml/2006/main" noGrp="1"/>
          </p:cNvSpPr>
          <p:nvPr/>
        </p:nvSpPr>
        <p:spPr>
          <a:xfrm xmlns:a="http://schemas.openxmlformats.org/drawingml/2006/main">
            <a:off x="723900" y="2733675"/>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0151D"/>
                </a:solidFill>
                <a:latin typeface="Helvetica Neue"/>
                <a:ea typeface="Helvetica Neue"/>
                <a:cs typeface="Helvetica Neue"/>
              </a:defRPr>
            </a:defPPr>
            <a:lvl1pPr>
              <a:defRPr sz="2175" b="1">
                <a:solidFill>
                  <a:srgbClr val="20151D"/>
                </a:solidFill>
                <a:latin typeface="Helvetica Neue"/>
                <a:ea typeface="Helvetica Neue"/>
                <a:cs typeface="Helvetica Neue"/>
              </a:defRPr>
            </a:lvl1pPr>
            <a:lvl2pPr>
              <a:defRPr sz="2175" b="1">
                <a:solidFill>
                  <a:srgbClr val="20151D"/>
                </a:solidFill>
                <a:latin typeface="Helvetica Neue"/>
                <a:ea typeface="Helvetica Neue"/>
                <a:cs typeface="Helvetica Neue"/>
              </a:defRPr>
            </a:lvl2pPr>
            <a:lvl3pPr>
              <a:defRPr sz="2175" b="1">
                <a:solidFill>
                  <a:srgbClr val="20151D"/>
                </a:solidFill>
                <a:latin typeface="Helvetica Neue"/>
                <a:ea typeface="Helvetica Neue"/>
                <a:cs typeface="Helvetica Neue"/>
              </a:defRPr>
            </a:lvl3pPr>
            <a:lvl4pPr>
              <a:defRPr sz="2175" b="1">
                <a:solidFill>
                  <a:srgbClr val="20151D"/>
                </a:solidFill>
                <a:latin typeface="Helvetica Neue"/>
                <a:ea typeface="Helvetica Neue"/>
                <a:cs typeface="Helvetica Neue"/>
              </a:defRPr>
            </a:lvl4pPr>
            <a:lvl5pPr>
              <a:defRPr sz="2175" b="1">
                <a:solidFill>
                  <a:srgbClr val="20151D"/>
                </a:solidFill>
                <a:latin typeface="Helvetica Neue"/>
                <a:ea typeface="Helvetica Neue"/>
                <a:cs typeface="Helvetica Neue"/>
              </a:defRPr>
            </a:lvl5pPr>
            <a:lvl6pPr>
              <a:defRPr sz="2175" b="1">
                <a:solidFill>
                  <a:srgbClr val="20151D"/>
                </a:solidFill>
                <a:latin typeface="Helvetica Neue"/>
                <a:ea typeface="Helvetica Neue"/>
                <a:cs typeface="Helvetica Neue"/>
              </a:defRPr>
            </a:lvl6pPr>
            <a:lvl7pPr>
              <a:defRPr sz="2175" b="1">
                <a:solidFill>
                  <a:srgbClr val="20151D"/>
                </a:solidFill>
                <a:latin typeface="Helvetica Neue"/>
                <a:ea typeface="Helvetica Neue"/>
                <a:cs typeface="Helvetica Neue"/>
              </a:defRPr>
            </a:lvl7pPr>
            <a:lvl8pPr>
              <a:defRPr sz="2175" b="1">
                <a:solidFill>
                  <a:srgbClr val="20151D"/>
                </a:solidFill>
                <a:latin typeface="Helvetica Neue"/>
                <a:ea typeface="Helvetica Neue"/>
                <a:cs typeface="Helvetica Neue"/>
              </a:defRPr>
            </a:lvl8pPr>
            <a:lvl9pPr>
              <a:defRPr sz="2175" b="1">
                <a:solidFill>
                  <a:srgbClr val="20151D"/>
                </a:solidFill>
                <a:latin typeface="Helvetica Neue"/>
                <a:ea typeface="Helvetica Neue"/>
                <a:cs typeface="Helvetica Neue"/>
              </a:defRPr>
            </a:lvl9pPr>
          </a:lstStyle>
          <a:p xmlns:a="http://schemas.openxmlformats.org/drawingml/2006/main">
            <a:pPr>
              <a:defRPr sz="2175" b="1">
                <a:solidFill>
                  <a:srgbClr val="20151D"/>
                </a:solidFill>
                <a:latin typeface="Helvetica Neue"/>
                <a:ea typeface="Helvetica Neue"/>
                <a:cs typeface="Helvetica Neue"/>
              </a:defRPr>
            </a:pPr>
            <a:r>
              <a:rPr sz="2175" b="1">
                <a:solidFill>
                  <a:srgbClr val="20151D"/>
                </a:solidFill>
                <a:latin typeface="Helvetica Neue"/>
                <a:ea typeface="Helvetica Neue"/>
                <a:cs typeface="Helvetica Neue"/>
              </a:rPr>
              <a:t>Correct video verdicts</a:t>
            </a:r>
          </a:p>
        </p:txBody>
      </p:sp>
      <p:sp>
        <p:nvSpPr>
          <p:cNvPr id="6" name="">
            <a:extLst xmlns:a="http://schemas.openxmlformats.org/drawingml/2006/main">
              <a:ext uri="{FF2B5EF4-FFF2-40B4-BE49-F238E27FC236}">
                <a16:creationId xmlns:a16="http://schemas.microsoft.com/office/drawing/2014/main" id="{A1DCA236-4A1E-4E89-A9AB-DD98DB022F2F}"/>
              </a:ext>
            </a:extLst>
          </p:cNvPr>
          <p:cNvSpPr>
            <a:spLocks xmlns:a="http://schemas.openxmlformats.org/drawingml/2006/main" noGrp="1"/>
          </p:cNvSpPr>
          <p:nvPr/>
        </p:nvSpPr>
        <p:spPr>
          <a:xfrm xmlns:a="http://schemas.openxmlformats.org/drawingml/2006/main">
            <a:off x="723900" y="3381375"/>
            <a:ext cx="3714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0151D"/>
                </a:solidFill>
                <a:latin typeface="Helvetica Neue"/>
                <a:ea typeface="Helvetica Neue"/>
                <a:cs typeface="Helvetica Neue"/>
              </a:defRPr>
            </a:defPPr>
            <a:lvl1pPr>
              <a:defRPr sz="2100" b="0">
                <a:solidFill>
                  <a:srgbClr val="20151D"/>
                </a:solidFill>
                <a:latin typeface="Helvetica Neue"/>
                <a:ea typeface="Helvetica Neue"/>
                <a:cs typeface="Helvetica Neue"/>
              </a:defRPr>
            </a:lvl1pPr>
            <a:lvl2pPr>
              <a:defRPr sz="2100" b="0">
                <a:solidFill>
                  <a:srgbClr val="20151D"/>
                </a:solidFill>
                <a:latin typeface="Helvetica Neue"/>
                <a:ea typeface="Helvetica Neue"/>
                <a:cs typeface="Helvetica Neue"/>
              </a:defRPr>
            </a:lvl2pPr>
            <a:lvl3pPr>
              <a:defRPr sz="2100" b="0">
                <a:solidFill>
                  <a:srgbClr val="20151D"/>
                </a:solidFill>
                <a:latin typeface="Helvetica Neue"/>
                <a:ea typeface="Helvetica Neue"/>
                <a:cs typeface="Helvetica Neue"/>
              </a:defRPr>
            </a:lvl3pPr>
            <a:lvl4pPr>
              <a:defRPr sz="2100" b="0">
                <a:solidFill>
                  <a:srgbClr val="20151D"/>
                </a:solidFill>
                <a:latin typeface="Helvetica Neue"/>
                <a:ea typeface="Helvetica Neue"/>
                <a:cs typeface="Helvetica Neue"/>
              </a:defRPr>
            </a:lvl4pPr>
            <a:lvl5pPr>
              <a:defRPr sz="2100" b="0">
                <a:solidFill>
                  <a:srgbClr val="20151D"/>
                </a:solidFill>
                <a:latin typeface="Helvetica Neue"/>
                <a:ea typeface="Helvetica Neue"/>
                <a:cs typeface="Helvetica Neue"/>
              </a:defRPr>
            </a:lvl5pPr>
            <a:lvl6pPr>
              <a:defRPr sz="2100" b="0">
                <a:solidFill>
                  <a:srgbClr val="20151D"/>
                </a:solidFill>
                <a:latin typeface="Helvetica Neue"/>
                <a:ea typeface="Helvetica Neue"/>
                <a:cs typeface="Helvetica Neue"/>
              </a:defRPr>
            </a:lvl6pPr>
            <a:lvl7pPr>
              <a:defRPr sz="2100" b="0">
                <a:solidFill>
                  <a:srgbClr val="20151D"/>
                </a:solidFill>
                <a:latin typeface="Helvetica Neue"/>
                <a:ea typeface="Helvetica Neue"/>
                <a:cs typeface="Helvetica Neue"/>
              </a:defRPr>
            </a:lvl7pPr>
            <a:lvl8pPr>
              <a:defRPr sz="2100" b="0">
                <a:solidFill>
                  <a:srgbClr val="20151D"/>
                </a:solidFill>
                <a:latin typeface="Helvetica Neue"/>
                <a:ea typeface="Helvetica Neue"/>
                <a:cs typeface="Helvetica Neue"/>
              </a:defRPr>
            </a:lvl8pPr>
            <a:lvl9pPr>
              <a:defRPr sz="2100" b="0">
                <a:solidFill>
                  <a:srgbClr val="20151D"/>
                </a:solidFill>
                <a:latin typeface="Helvetica Neue"/>
                <a:ea typeface="Helvetica Neue"/>
                <a:cs typeface="Helvetica Neue"/>
              </a:defRPr>
            </a:lvl9pPr>
          </a:lstStyle>
          <a:p xmlns:a="http://schemas.openxmlformats.org/drawingml/2006/main">
            <a:pPr>
              <a:defRPr sz="2100" b="0">
                <a:solidFill>
                  <a:srgbClr val="20151D"/>
                </a:solidFill>
                <a:latin typeface="Helvetica Neue"/>
                <a:ea typeface="Helvetica Neue"/>
                <a:cs typeface="Helvetica Neue"/>
              </a:defRPr>
            </a:pPr>
            <a:r>
              <a:rPr sz="2100" b="0">
                <a:solidFill>
                  <a:srgbClr val="20151D"/>
                </a:solidFill>
                <a:latin typeface="Helvetica Neue"/>
                <a:ea typeface="Helvetica Neue"/>
                <a:cs typeface="Helvetica Neue"/>
              </a:rPr>
              <a:t>Positive recall: 14 / 21</a:t>
            </a:r>
          </a:p>
          <a:p xmlns:a="http://schemas.openxmlformats.org/drawingml/2006/main">
            <a:pPr>
              <a:defRPr sz="2100" b="0">
                <a:solidFill>
                  <a:srgbClr val="20151D"/>
                </a:solidFill>
                <a:latin typeface="Helvetica Neue"/>
                <a:ea typeface="Helvetica Neue"/>
                <a:cs typeface="Helvetica Neue"/>
              </a:defRPr>
            </a:pPr>
            <a:r>
              <a:rPr sz="2100" b="0">
                <a:solidFill>
                  <a:srgbClr val="20151D"/>
                </a:solidFill>
                <a:latin typeface="Helvetica Neue"/>
                <a:ea typeface="Helvetica Neue"/>
                <a:cs typeface="Helvetica Neue"/>
              </a:rPr>
              <a:t>Seven positive clips missed</a:t>
            </a:r>
          </a:p>
        </p:txBody>
      </p:sp>
      <p:graphicFrame>
        <p:nvGraphicFramePr>
          <p:cNvPr id="7" name="Chart">
            <a:extLst xmlns:a="http://schemas.openxmlformats.org/drawingml/2006/main">
              <a:ext uri="{FF2B5EF4-FFF2-40B4-BE49-F238E27FC236}">
                <a16:creationId xmlns:a16="http://schemas.microsoft.com/office/drawing/2014/main" id="{2E53C716-0A67-4675-B544-805D203CF581}"/>
              </a:ext>
            </a:extLst>
          </p:cNvPr>
          <p:cNvGraphicFramePr/>
          <p:nvPr/>
        </p:nvGraphicFramePr>
        <p:xfrm>
          <a:off xmlns:a="http://schemas.openxmlformats.org/drawingml/2006/main" x="4810125" y="1771650"/>
          <a:ext xmlns:a="http://schemas.openxmlformats.org/drawingml/2006/main" cx="6619875" cy="3143250"/>
        </p:xfrm>
        <a:graphic xmlns:a="http://schemas.openxmlformats.org/drawingml/2006/main">
          <a:graphicData uri="http://schemas.openxmlformats.org/drawingml/2006/chart">
            <c:chart xmlns:r="http://schemas.openxmlformats.org/officeDocument/2006/relationships" xmlns:c="http://schemas.openxmlformats.org/drawingml/2006/chart" r:id="R03b75168a57b4e12"/>
          </a:graphicData>
        </a:graphic>
      </p:graphicFrame>
      <p:sp>
        <p:nvSpPr>
          <p:cNvPr id="8" name="">
            <a:extLst xmlns:a="http://schemas.openxmlformats.org/drawingml/2006/main">
              <a:ext uri="{FF2B5EF4-FFF2-40B4-BE49-F238E27FC236}">
                <a16:creationId xmlns:a16="http://schemas.microsoft.com/office/drawing/2014/main" id="{69D9DD7C-F85A-4968-83C3-D6279070F110}"/>
              </a:ext>
            </a:extLst>
          </p:cNvPr>
          <p:cNvSpPr>
            <a:spLocks xmlns:a="http://schemas.openxmlformats.org/drawingml/2006/main" noGrp="1"/>
          </p:cNvSpPr>
          <p:nvPr/>
        </p:nvSpPr>
        <p:spPr>
          <a:xfrm xmlns:a="http://schemas.openxmlformats.org/drawingml/2006/main">
            <a:off x="723900" y="5105400"/>
            <a:ext cx="423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0151D"/>
                </a:solidFill>
                <a:latin typeface="Helvetica Neue"/>
                <a:ea typeface="Helvetica Neue"/>
                <a:cs typeface="Helvetica Neue"/>
              </a:defRPr>
            </a:defPPr>
            <a:lvl1pPr>
              <a:defRPr sz="2400" b="1">
                <a:solidFill>
                  <a:srgbClr val="20151D"/>
                </a:solidFill>
                <a:latin typeface="Helvetica Neue"/>
                <a:ea typeface="Helvetica Neue"/>
                <a:cs typeface="Helvetica Neue"/>
              </a:defRPr>
            </a:lvl1pPr>
            <a:lvl2pPr>
              <a:defRPr sz="2400" b="1">
                <a:solidFill>
                  <a:srgbClr val="20151D"/>
                </a:solidFill>
                <a:latin typeface="Helvetica Neue"/>
                <a:ea typeface="Helvetica Neue"/>
                <a:cs typeface="Helvetica Neue"/>
              </a:defRPr>
            </a:lvl2pPr>
            <a:lvl3pPr>
              <a:defRPr sz="2400" b="1">
                <a:solidFill>
                  <a:srgbClr val="20151D"/>
                </a:solidFill>
                <a:latin typeface="Helvetica Neue"/>
                <a:ea typeface="Helvetica Neue"/>
                <a:cs typeface="Helvetica Neue"/>
              </a:defRPr>
            </a:lvl3pPr>
            <a:lvl4pPr>
              <a:defRPr sz="2400" b="1">
                <a:solidFill>
                  <a:srgbClr val="20151D"/>
                </a:solidFill>
                <a:latin typeface="Helvetica Neue"/>
                <a:ea typeface="Helvetica Neue"/>
                <a:cs typeface="Helvetica Neue"/>
              </a:defRPr>
            </a:lvl4pPr>
            <a:lvl5pPr>
              <a:defRPr sz="2400" b="1">
                <a:solidFill>
                  <a:srgbClr val="20151D"/>
                </a:solidFill>
                <a:latin typeface="Helvetica Neue"/>
                <a:ea typeface="Helvetica Neue"/>
                <a:cs typeface="Helvetica Neue"/>
              </a:defRPr>
            </a:lvl5pPr>
            <a:lvl6pPr>
              <a:defRPr sz="2400" b="1">
                <a:solidFill>
                  <a:srgbClr val="20151D"/>
                </a:solidFill>
                <a:latin typeface="Helvetica Neue"/>
                <a:ea typeface="Helvetica Neue"/>
                <a:cs typeface="Helvetica Neue"/>
              </a:defRPr>
            </a:lvl6pPr>
            <a:lvl7pPr>
              <a:defRPr sz="2400" b="1">
                <a:solidFill>
                  <a:srgbClr val="20151D"/>
                </a:solidFill>
                <a:latin typeface="Helvetica Neue"/>
                <a:ea typeface="Helvetica Neue"/>
                <a:cs typeface="Helvetica Neue"/>
              </a:defRPr>
            </a:lvl7pPr>
            <a:lvl8pPr>
              <a:defRPr sz="2400" b="1">
                <a:solidFill>
                  <a:srgbClr val="20151D"/>
                </a:solidFill>
                <a:latin typeface="Helvetica Neue"/>
                <a:ea typeface="Helvetica Neue"/>
                <a:cs typeface="Helvetica Neue"/>
              </a:defRPr>
            </a:lvl8pPr>
            <a:lvl9pPr>
              <a:defRPr sz="2400" b="1">
                <a:solidFill>
                  <a:srgbClr val="20151D"/>
                </a:solidFill>
                <a:latin typeface="Helvetica Neue"/>
                <a:ea typeface="Helvetica Neue"/>
                <a:cs typeface="Helvetica Neue"/>
              </a:defRPr>
            </a:lvl9pPr>
          </a:lstStyle>
          <a:p xmlns:a="http://schemas.openxmlformats.org/drawingml/2006/main">
            <a:pPr>
              <a:defRPr sz="2400" b="1">
                <a:solidFill>
                  <a:srgbClr val="20151D"/>
                </a:solidFill>
                <a:latin typeface="Helvetica Neue"/>
                <a:ea typeface="Helvetica Neue"/>
                <a:cs typeface="Helvetica Neue"/>
              </a:defRPr>
            </a:pPr>
            <a:r>
              <a:rPr sz="2400" b="1">
                <a:solidFill>
                  <a:srgbClr val="20151D"/>
                </a:solidFill>
                <a:latin typeface="Helvetica Neue"/>
                <a:ea typeface="Helvetica Neue"/>
                <a:cs typeface="Helvetica Neue"/>
              </a:rPr>
              <a:t>20.88 s median</a:t>
            </a:r>
          </a:p>
        </p:txBody>
      </p:sp>
      <p:sp>
        <p:nvSpPr>
          <p:cNvPr id="9" name="">
            <a:extLst xmlns:a="http://schemas.openxmlformats.org/drawingml/2006/main">
              <a:ext uri="{FF2B5EF4-FFF2-40B4-BE49-F238E27FC236}">
                <a16:creationId xmlns:a16="http://schemas.microsoft.com/office/drawing/2014/main" id="{48A3B67D-E838-417A-A244-B25DB1E23162}"/>
              </a:ext>
            </a:extLst>
          </p:cNvPr>
          <p:cNvSpPr>
            <a:spLocks xmlns:a="http://schemas.openxmlformats.org/drawingml/2006/main" noGrp="1"/>
          </p:cNvSpPr>
          <p:nvPr/>
        </p:nvSpPr>
        <p:spPr>
          <a:xfrm xmlns:a="http://schemas.openxmlformats.org/drawingml/2006/main">
            <a:off x="5238750" y="510540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0151D"/>
                </a:solidFill>
                <a:latin typeface="Helvetica Neue"/>
                <a:ea typeface="Helvetica Neue"/>
                <a:cs typeface="Helvetica Neue"/>
              </a:defRPr>
            </a:defPPr>
            <a:lvl1pPr>
              <a:defRPr sz="2400" b="1">
                <a:solidFill>
                  <a:srgbClr val="20151D"/>
                </a:solidFill>
                <a:latin typeface="Helvetica Neue"/>
                <a:ea typeface="Helvetica Neue"/>
                <a:cs typeface="Helvetica Neue"/>
              </a:defRPr>
            </a:lvl1pPr>
            <a:lvl2pPr>
              <a:defRPr sz="2400" b="1">
                <a:solidFill>
                  <a:srgbClr val="20151D"/>
                </a:solidFill>
                <a:latin typeface="Helvetica Neue"/>
                <a:ea typeface="Helvetica Neue"/>
                <a:cs typeface="Helvetica Neue"/>
              </a:defRPr>
            </a:lvl2pPr>
            <a:lvl3pPr>
              <a:defRPr sz="2400" b="1">
                <a:solidFill>
                  <a:srgbClr val="20151D"/>
                </a:solidFill>
                <a:latin typeface="Helvetica Neue"/>
                <a:ea typeface="Helvetica Neue"/>
                <a:cs typeface="Helvetica Neue"/>
              </a:defRPr>
            </a:lvl3pPr>
            <a:lvl4pPr>
              <a:defRPr sz="2400" b="1">
                <a:solidFill>
                  <a:srgbClr val="20151D"/>
                </a:solidFill>
                <a:latin typeface="Helvetica Neue"/>
                <a:ea typeface="Helvetica Neue"/>
                <a:cs typeface="Helvetica Neue"/>
              </a:defRPr>
            </a:lvl4pPr>
            <a:lvl5pPr>
              <a:defRPr sz="2400" b="1">
                <a:solidFill>
                  <a:srgbClr val="20151D"/>
                </a:solidFill>
                <a:latin typeface="Helvetica Neue"/>
                <a:ea typeface="Helvetica Neue"/>
                <a:cs typeface="Helvetica Neue"/>
              </a:defRPr>
            </a:lvl5pPr>
            <a:lvl6pPr>
              <a:defRPr sz="2400" b="1">
                <a:solidFill>
                  <a:srgbClr val="20151D"/>
                </a:solidFill>
                <a:latin typeface="Helvetica Neue"/>
                <a:ea typeface="Helvetica Neue"/>
                <a:cs typeface="Helvetica Neue"/>
              </a:defRPr>
            </a:lvl6pPr>
            <a:lvl7pPr>
              <a:defRPr sz="2400" b="1">
                <a:solidFill>
                  <a:srgbClr val="20151D"/>
                </a:solidFill>
                <a:latin typeface="Helvetica Neue"/>
                <a:ea typeface="Helvetica Neue"/>
                <a:cs typeface="Helvetica Neue"/>
              </a:defRPr>
            </a:lvl7pPr>
            <a:lvl8pPr>
              <a:defRPr sz="2400" b="1">
                <a:solidFill>
                  <a:srgbClr val="20151D"/>
                </a:solidFill>
                <a:latin typeface="Helvetica Neue"/>
                <a:ea typeface="Helvetica Neue"/>
                <a:cs typeface="Helvetica Neue"/>
              </a:defRPr>
            </a:lvl8pPr>
            <a:lvl9pPr>
              <a:defRPr sz="2400" b="1">
                <a:solidFill>
                  <a:srgbClr val="20151D"/>
                </a:solidFill>
                <a:latin typeface="Helvetica Neue"/>
                <a:ea typeface="Helvetica Neue"/>
                <a:cs typeface="Helvetica Neue"/>
              </a:defRPr>
            </a:lvl9pPr>
          </a:lstStyle>
          <a:p xmlns:a="http://schemas.openxmlformats.org/drawingml/2006/main">
            <a:pPr>
              <a:defRPr sz="2400" b="1">
                <a:solidFill>
                  <a:srgbClr val="20151D"/>
                </a:solidFill>
                <a:latin typeface="Helvetica Neue"/>
                <a:ea typeface="Helvetica Neue"/>
                <a:cs typeface="Helvetica Neue"/>
              </a:defRPr>
            </a:pPr>
            <a:r>
              <a:rPr sz="2400" b="1">
                <a:solidFill>
                  <a:srgbClr val="20151D"/>
                </a:solidFill>
                <a:latin typeface="Helvetica Neue"/>
                <a:ea typeface="Helvetica Neue"/>
                <a:cs typeface="Helvetica Neue"/>
              </a:rPr>
              <a:t>120.71 s maximum</a:t>
            </a:r>
          </a:p>
        </p:txBody>
      </p:sp>
      <p:sp>
        <p:nvSpPr>
          <p:cNvPr id="10" name="">
            <a:extLst xmlns:a="http://schemas.openxmlformats.org/drawingml/2006/main">
              <a:ext uri="{FF2B5EF4-FFF2-40B4-BE49-F238E27FC236}">
                <a16:creationId xmlns:a16="http://schemas.microsoft.com/office/drawing/2014/main" id="{3ED0386B-F51A-48EC-8285-36B581820DDE}"/>
              </a:ext>
            </a:extLst>
          </p:cNvPr>
          <p:cNvSpPr>
            <a:spLocks xmlns:a="http://schemas.openxmlformats.org/drawingml/2006/main" noGrp="1"/>
          </p:cNvSpPr>
          <p:nvPr/>
        </p:nvSpPr>
        <p:spPr>
          <a:xfrm xmlns:a="http://schemas.openxmlformats.org/drawingml/2006/main">
            <a:off x="723900" y="56292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6D626B"/>
                </a:solidFill>
                <a:latin typeface="Helvetica Neue"/>
                <a:ea typeface="Helvetica Neue"/>
                <a:cs typeface="Helvetica Neue"/>
              </a:defRPr>
            </a:defPPr>
            <a:lvl1pPr>
              <a:defRPr sz="1800" b="0">
                <a:solidFill>
                  <a:srgbClr val="6D626B"/>
                </a:solidFill>
                <a:latin typeface="Helvetica Neue"/>
                <a:ea typeface="Helvetica Neue"/>
                <a:cs typeface="Helvetica Neue"/>
              </a:defRPr>
            </a:lvl1pPr>
            <a:lvl2pPr>
              <a:defRPr sz="1800" b="0">
                <a:solidFill>
                  <a:srgbClr val="6D626B"/>
                </a:solidFill>
                <a:latin typeface="Helvetica Neue"/>
                <a:ea typeface="Helvetica Neue"/>
                <a:cs typeface="Helvetica Neue"/>
              </a:defRPr>
            </a:lvl2pPr>
            <a:lvl3pPr>
              <a:defRPr sz="1800" b="0">
                <a:solidFill>
                  <a:srgbClr val="6D626B"/>
                </a:solidFill>
                <a:latin typeface="Helvetica Neue"/>
                <a:ea typeface="Helvetica Neue"/>
                <a:cs typeface="Helvetica Neue"/>
              </a:defRPr>
            </a:lvl3pPr>
            <a:lvl4pPr>
              <a:defRPr sz="1800" b="0">
                <a:solidFill>
                  <a:srgbClr val="6D626B"/>
                </a:solidFill>
                <a:latin typeface="Helvetica Neue"/>
                <a:ea typeface="Helvetica Neue"/>
                <a:cs typeface="Helvetica Neue"/>
              </a:defRPr>
            </a:lvl4pPr>
            <a:lvl5pPr>
              <a:defRPr sz="1800" b="0">
                <a:solidFill>
                  <a:srgbClr val="6D626B"/>
                </a:solidFill>
                <a:latin typeface="Helvetica Neue"/>
                <a:ea typeface="Helvetica Neue"/>
                <a:cs typeface="Helvetica Neue"/>
              </a:defRPr>
            </a:lvl5pPr>
            <a:lvl6pPr>
              <a:defRPr sz="1800" b="0">
                <a:solidFill>
                  <a:srgbClr val="6D626B"/>
                </a:solidFill>
                <a:latin typeface="Helvetica Neue"/>
                <a:ea typeface="Helvetica Neue"/>
                <a:cs typeface="Helvetica Neue"/>
              </a:defRPr>
            </a:lvl6pPr>
            <a:lvl7pPr>
              <a:defRPr sz="1800" b="0">
                <a:solidFill>
                  <a:srgbClr val="6D626B"/>
                </a:solidFill>
                <a:latin typeface="Helvetica Neue"/>
                <a:ea typeface="Helvetica Neue"/>
                <a:cs typeface="Helvetica Neue"/>
              </a:defRPr>
            </a:lvl7pPr>
            <a:lvl8pPr>
              <a:defRPr sz="1800" b="0">
                <a:solidFill>
                  <a:srgbClr val="6D626B"/>
                </a:solidFill>
                <a:latin typeface="Helvetica Neue"/>
                <a:ea typeface="Helvetica Neue"/>
                <a:cs typeface="Helvetica Neue"/>
              </a:defRPr>
            </a:lvl8pPr>
            <a:lvl9pPr>
              <a:defRPr sz="1800" b="0">
                <a:solidFill>
                  <a:srgbClr val="6D626B"/>
                </a:solidFill>
                <a:latin typeface="Helvetica Neue"/>
                <a:ea typeface="Helvetica Neue"/>
                <a:cs typeface="Helvetica Neue"/>
              </a:defRPr>
            </a:lvl9pPr>
          </a:lstStyle>
          <a:p xmlns:a="http://schemas.openxmlformats.org/drawingml/2006/main">
            <a:pPr>
              <a:defRPr sz="1800" b="0">
                <a:solidFill>
                  <a:srgbClr val="6D626B"/>
                </a:solidFill>
                <a:latin typeface="Helvetica Neue"/>
                <a:ea typeface="Helvetica Neue"/>
                <a:cs typeface="Helvetica Neue"/>
              </a:defRPr>
            </a:pPr>
            <a:r>
              <a:rPr sz="1800" b="0">
                <a:solidFill>
                  <a:srgbClr val="6D626B"/>
                </a:solidFill>
                <a:latin typeface="Helvetica Neue"/>
                <a:ea typeface="Helvetica Neue"/>
                <a:cs typeface="Helvetica Neue"/>
              </a:rPr>
              <a:t>Source-set regression. Classifiers trained on organizer footage.</a:t>
            </a:r>
          </a:p>
          <a:p xmlns:a="http://schemas.openxmlformats.org/drawingml/2006/main">
            <a:pPr>
              <a:defRPr sz="1800" b="0">
                <a:solidFill>
                  <a:srgbClr val="6D626B"/>
                </a:solidFill>
                <a:latin typeface="Helvetica Neue"/>
                <a:ea typeface="Helvetica Neue"/>
                <a:cs typeface="Helvetica Neue"/>
              </a:defRPr>
            </a:pPr>
            <a:r>
              <a:rPr sz="1800" b="0">
                <a:solidFill>
                  <a:srgbClr val="6D626B"/>
                </a:solidFill>
                <a:latin typeface="Helvetica Neue"/>
                <a:ea typeface="Helvetica Neue"/>
                <a:cs typeface="Helvetica Neue"/>
              </a:rPr>
              <a:t>These figures do not establish unseen-camera accuracy.</a:t>
            </a:r>
          </a:p>
        </p:txBody>
      </p:sp>
    </p:spTree>
    <p:extLst>
      <p:ext uri="{BB962C8B-B14F-4D97-AF65-F5344CB8AC3E}">
        <p14:creationId xmlns:p14="http://schemas.microsoft.com/office/powerpoint/2010/main" val="1212398571"/>
      </p:ext>
    </p:extLst>
  </p:cSld>
</p:sld>
</file>

<file path=ppt/slides/slide6.xml><?xml version="1.0" encoding="utf-8"?>
<p:sld xmlns:p="http://schemas.openxmlformats.org/presentationml/2006/main">
  <p:cSld>
    <p:bg>
      <p:bgPr>
        <a:solidFill xmlns:a="http://schemas.openxmlformats.org/drawingml/2006/main">
          <a:srgbClr val="FC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713E913-2834-4B87-ADBE-9EE8B2134768}"/>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20151D"/>
                </a:solidFill>
                <a:latin typeface="Helvetica Neue"/>
                <a:ea typeface="Helvetica Neue"/>
                <a:cs typeface="Helvetica Neue"/>
              </a:defRPr>
            </a:defPPr>
            <a:lvl1pPr>
              <a:defRPr sz="3450" b="1">
                <a:solidFill>
                  <a:srgbClr val="20151D"/>
                </a:solidFill>
                <a:latin typeface="Helvetica Neue"/>
                <a:ea typeface="Helvetica Neue"/>
                <a:cs typeface="Helvetica Neue"/>
              </a:defRPr>
            </a:lvl1pPr>
            <a:lvl2pPr>
              <a:defRPr sz="3450" b="1">
                <a:solidFill>
                  <a:srgbClr val="20151D"/>
                </a:solidFill>
                <a:latin typeface="Helvetica Neue"/>
                <a:ea typeface="Helvetica Neue"/>
                <a:cs typeface="Helvetica Neue"/>
              </a:defRPr>
            </a:lvl2pPr>
            <a:lvl3pPr>
              <a:defRPr sz="3450" b="1">
                <a:solidFill>
                  <a:srgbClr val="20151D"/>
                </a:solidFill>
                <a:latin typeface="Helvetica Neue"/>
                <a:ea typeface="Helvetica Neue"/>
                <a:cs typeface="Helvetica Neue"/>
              </a:defRPr>
            </a:lvl3pPr>
            <a:lvl4pPr>
              <a:defRPr sz="3450" b="1">
                <a:solidFill>
                  <a:srgbClr val="20151D"/>
                </a:solidFill>
                <a:latin typeface="Helvetica Neue"/>
                <a:ea typeface="Helvetica Neue"/>
                <a:cs typeface="Helvetica Neue"/>
              </a:defRPr>
            </a:lvl4pPr>
            <a:lvl5pPr>
              <a:defRPr sz="3450" b="1">
                <a:solidFill>
                  <a:srgbClr val="20151D"/>
                </a:solidFill>
                <a:latin typeface="Helvetica Neue"/>
                <a:ea typeface="Helvetica Neue"/>
                <a:cs typeface="Helvetica Neue"/>
              </a:defRPr>
            </a:lvl5pPr>
            <a:lvl6pPr>
              <a:defRPr sz="3450" b="1">
                <a:solidFill>
                  <a:srgbClr val="20151D"/>
                </a:solidFill>
                <a:latin typeface="Helvetica Neue"/>
                <a:ea typeface="Helvetica Neue"/>
                <a:cs typeface="Helvetica Neue"/>
              </a:defRPr>
            </a:lvl6pPr>
            <a:lvl7pPr>
              <a:defRPr sz="3450" b="1">
                <a:solidFill>
                  <a:srgbClr val="20151D"/>
                </a:solidFill>
                <a:latin typeface="Helvetica Neue"/>
                <a:ea typeface="Helvetica Neue"/>
                <a:cs typeface="Helvetica Neue"/>
              </a:defRPr>
            </a:lvl7pPr>
            <a:lvl8pPr>
              <a:defRPr sz="3450" b="1">
                <a:solidFill>
                  <a:srgbClr val="20151D"/>
                </a:solidFill>
                <a:latin typeface="Helvetica Neue"/>
                <a:ea typeface="Helvetica Neue"/>
                <a:cs typeface="Helvetica Neue"/>
              </a:defRPr>
            </a:lvl8pPr>
            <a:lvl9pPr>
              <a:defRPr sz="3450" b="1">
                <a:solidFill>
                  <a:srgbClr val="20151D"/>
                </a:solidFill>
                <a:latin typeface="Helvetica Neue"/>
                <a:ea typeface="Helvetica Neue"/>
                <a:cs typeface="Helvetica Neue"/>
              </a:defRPr>
            </a:lvl9pPr>
          </a:lstStyle>
          <a:p xmlns:a="http://schemas.openxmlformats.org/drawingml/2006/main">
            <a:pPr>
              <a:defRPr sz="3450" b="1">
                <a:solidFill>
                  <a:srgbClr val="20151D"/>
                </a:solidFill>
                <a:latin typeface="Helvetica Neue"/>
                <a:ea typeface="Helvetica Neue"/>
                <a:cs typeface="Helvetica Neue"/>
              </a:defRPr>
            </a:pPr>
            <a:r>
              <a:rPr sz="3450" b="1">
                <a:solidFill>
                  <a:srgbClr val="20151D"/>
                </a:solidFill>
                <a:latin typeface="Helvetica Neue"/>
                <a:ea typeface="Helvetica Neue"/>
                <a:cs typeface="Helvetica Neue"/>
              </a:rPr>
              <a:t>The jury uses the same API as the UI</a:t>
            </a:r>
          </a:p>
        </p:txBody>
      </p:sp>
      <p:sp>
        <p:nvSpPr>
          <p:cNvPr id="2" name="">
            <a:extLst xmlns:a="http://schemas.openxmlformats.org/drawingml/2006/main">
              <a:ext uri="{FF2B5EF4-FFF2-40B4-BE49-F238E27FC236}">
                <a16:creationId xmlns:a16="http://schemas.microsoft.com/office/drawing/2014/main" id="{09822AD3-0109-41BF-9A1E-31BAAD7E56E0}"/>
              </a:ext>
            </a:extLst>
          </p:cNvPr>
          <p:cNvSpPr>
            <a:spLocks xmlns:a="http://schemas.openxmlformats.org/drawingml/2006/main" noGrp="1"/>
          </p:cNvSpPr>
          <p:nvPr/>
        </p:nvSpPr>
        <p:spPr>
          <a:xfrm xmlns:a="http://schemas.openxmlformats.org/drawingml/2006/main">
            <a:off x="6858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D626B"/>
                </a:solidFill>
                <a:latin typeface="Helvetica Neue"/>
                <a:ea typeface="Helvetica Neue"/>
                <a:cs typeface="Helvetica Neue"/>
              </a:defRPr>
            </a:defPPr>
            <a:lvl1pPr>
              <a:defRPr sz="1275" b="0">
                <a:solidFill>
                  <a:srgbClr val="6D626B"/>
                </a:solidFill>
                <a:latin typeface="Helvetica Neue"/>
                <a:ea typeface="Helvetica Neue"/>
                <a:cs typeface="Helvetica Neue"/>
              </a:defRPr>
            </a:lvl1pPr>
            <a:lvl2pPr>
              <a:defRPr sz="1275" b="0">
                <a:solidFill>
                  <a:srgbClr val="6D626B"/>
                </a:solidFill>
                <a:latin typeface="Helvetica Neue"/>
                <a:ea typeface="Helvetica Neue"/>
                <a:cs typeface="Helvetica Neue"/>
              </a:defRPr>
            </a:lvl2pPr>
            <a:lvl3pPr>
              <a:defRPr sz="1275" b="0">
                <a:solidFill>
                  <a:srgbClr val="6D626B"/>
                </a:solidFill>
                <a:latin typeface="Helvetica Neue"/>
                <a:ea typeface="Helvetica Neue"/>
                <a:cs typeface="Helvetica Neue"/>
              </a:defRPr>
            </a:lvl3pPr>
            <a:lvl4pPr>
              <a:defRPr sz="1275" b="0">
                <a:solidFill>
                  <a:srgbClr val="6D626B"/>
                </a:solidFill>
                <a:latin typeface="Helvetica Neue"/>
                <a:ea typeface="Helvetica Neue"/>
                <a:cs typeface="Helvetica Neue"/>
              </a:defRPr>
            </a:lvl4pPr>
            <a:lvl5pPr>
              <a:defRPr sz="1275" b="0">
                <a:solidFill>
                  <a:srgbClr val="6D626B"/>
                </a:solidFill>
                <a:latin typeface="Helvetica Neue"/>
                <a:ea typeface="Helvetica Neue"/>
                <a:cs typeface="Helvetica Neue"/>
              </a:defRPr>
            </a:lvl5pPr>
            <a:lvl6pPr>
              <a:defRPr sz="1275" b="0">
                <a:solidFill>
                  <a:srgbClr val="6D626B"/>
                </a:solidFill>
                <a:latin typeface="Helvetica Neue"/>
                <a:ea typeface="Helvetica Neue"/>
                <a:cs typeface="Helvetica Neue"/>
              </a:defRPr>
            </a:lvl6pPr>
            <a:lvl7pPr>
              <a:defRPr sz="1275" b="0">
                <a:solidFill>
                  <a:srgbClr val="6D626B"/>
                </a:solidFill>
                <a:latin typeface="Helvetica Neue"/>
                <a:ea typeface="Helvetica Neue"/>
                <a:cs typeface="Helvetica Neue"/>
              </a:defRPr>
            </a:lvl7pPr>
            <a:lvl8pPr>
              <a:defRPr sz="1275" b="0">
                <a:solidFill>
                  <a:srgbClr val="6D626B"/>
                </a:solidFill>
                <a:latin typeface="Helvetica Neue"/>
                <a:ea typeface="Helvetica Neue"/>
                <a:cs typeface="Helvetica Neue"/>
              </a:defRPr>
            </a:lvl8pPr>
            <a:lvl9pPr>
              <a:defRPr sz="1275" b="0">
                <a:solidFill>
                  <a:srgbClr val="6D626B"/>
                </a:solidFill>
                <a:latin typeface="Helvetica Neue"/>
                <a:ea typeface="Helvetica Neue"/>
                <a:cs typeface="Helvetica Neue"/>
              </a:defRPr>
            </a:lvl9pPr>
          </a:lstStyle>
          <a:p xmlns:a="http://schemas.openxmlformats.org/drawingml/2006/main">
            <a:pPr>
              <a:defRPr sz="1275" b="0">
                <a:solidFill>
                  <a:srgbClr val="6D626B"/>
                </a:solidFill>
                <a:latin typeface="Helvetica Neue"/>
                <a:ea typeface="Helvetica Neue"/>
                <a:cs typeface="Helvetica Neue"/>
              </a:defRPr>
            </a:pPr>
            <a:r>
              <a:rPr sz="1275" b="0">
                <a:solidFill>
                  <a:srgbClr val="6D626B"/>
                </a:solidFill>
                <a:latin typeface="Helvetica Neue"/>
                <a:ea typeface="Helvetica Neue"/>
                <a:cs typeface="Helvetica Neue"/>
              </a:rPr>
              <a:t>8bit  /  Datathon 26</a:t>
            </a:r>
          </a:p>
        </p:txBody>
      </p:sp>
      <p:sp>
        <p:nvSpPr>
          <p:cNvPr id="3" name="">
            <a:extLst xmlns:a="http://schemas.openxmlformats.org/drawingml/2006/main">
              <a:ext uri="{FF2B5EF4-FFF2-40B4-BE49-F238E27FC236}">
                <a16:creationId xmlns:a16="http://schemas.microsoft.com/office/drawing/2014/main" id="{F94EBEB1-034F-460C-932B-E0CD5388C16B}"/>
              </a:ext>
            </a:extLst>
          </p:cNvPr>
          <p:cNvSpPr>
            <a:spLocks xmlns:a="http://schemas.openxmlformats.org/drawingml/2006/main" noGrp="1"/>
          </p:cNvSpPr>
          <p:nvPr/>
        </p:nvSpPr>
        <p:spPr>
          <a:xfrm xmlns:a="http://schemas.openxmlformats.org/drawingml/2006/main">
            <a:off x="11096625"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D626B"/>
                </a:solidFill>
                <a:latin typeface="Helvetica Neue"/>
                <a:ea typeface="Helvetica Neue"/>
                <a:cs typeface="Helvetica Neue"/>
              </a:defRPr>
            </a:defPPr>
            <a:lvl1pPr>
              <a:defRPr sz="1275" b="0">
                <a:solidFill>
                  <a:srgbClr val="6D626B"/>
                </a:solidFill>
                <a:latin typeface="Helvetica Neue"/>
                <a:ea typeface="Helvetica Neue"/>
                <a:cs typeface="Helvetica Neue"/>
              </a:defRPr>
            </a:lvl1pPr>
            <a:lvl2pPr>
              <a:defRPr sz="1275" b="0">
                <a:solidFill>
                  <a:srgbClr val="6D626B"/>
                </a:solidFill>
                <a:latin typeface="Helvetica Neue"/>
                <a:ea typeface="Helvetica Neue"/>
                <a:cs typeface="Helvetica Neue"/>
              </a:defRPr>
            </a:lvl2pPr>
            <a:lvl3pPr>
              <a:defRPr sz="1275" b="0">
                <a:solidFill>
                  <a:srgbClr val="6D626B"/>
                </a:solidFill>
                <a:latin typeface="Helvetica Neue"/>
                <a:ea typeface="Helvetica Neue"/>
                <a:cs typeface="Helvetica Neue"/>
              </a:defRPr>
            </a:lvl3pPr>
            <a:lvl4pPr>
              <a:defRPr sz="1275" b="0">
                <a:solidFill>
                  <a:srgbClr val="6D626B"/>
                </a:solidFill>
                <a:latin typeface="Helvetica Neue"/>
                <a:ea typeface="Helvetica Neue"/>
                <a:cs typeface="Helvetica Neue"/>
              </a:defRPr>
            </a:lvl4pPr>
            <a:lvl5pPr>
              <a:defRPr sz="1275" b="0">
                <a:solidFill>
                  <a:srgbClr val="6D626B"/>
                </a:solidFill>
                <a:latin typeface="Helvetica Neue"/>
                <a:ea typeface="Helvetica Neue"/>
                <a:cs typeface="Helvetica Neue"/>
              </a:defRPr>
            </a:lvl5pPr>
            <a:lvl6pPr>
              <a:defRPr sz="1275" b="0">
                <a:solidFill>
                  <a:srgbClr val="6D626B"/>
                </a:solidFill>
                <a:latin typeface="Helvetica Neue"/>
                <a:ea typeface="Helvetica Neue"/>
                <a:cs typeface="Helvetica Neue"/>
              </a:defRPr>
            </a:lvl6pPr>
            <a:lvl7pPr>
              <a:defRPr sz="1275" b="0">
                <a:solidFill>
                  <a:srgbClr val="6D626B"/>
                </a:solidFill>
                <a:latin typeface="Helvetica Neue"/>
                <a:ea typeface="Helvetica Neue"/>
                <a:cs typeface="Helvetica Neue"/>
              </a:defRPr>
            </a:lvl7pPr>
            <a:lvl8pPr>
              <a:defRPr sz="1275" b="0">
                <a:solidFill>
                  <a:srgbClr val="6D626B"/>
                </a:solidFill>
                <a:latin typeface="Helvetica Neue"/>
                <a:ea typeface="Helvetica Neue"/>
                <a:cs typeface="Helvetica Neue"/>
              </a:defRPr>
            </a:lvl8pPr>
            <a:lvl9pPr>
              <a:defRPr sz="1275" b="0">
                <a:solidFill>
                  <a:srgbClr val="6D626B"/>
                </a:solidFill>
                <a:latin typeface="Helvetica Neue"/>
                <a:ea typeface="Helvetica Neue"/>
                <a:cs typeface="Helvetica Neue"/>
              </a:defRPr>
            </a:lvl9pPr>
          </a:lstStyle>
          <a:p xmlns:a="http://schemas.openxmlformats.org/drawingml/2006/main">
            <a:pPr>
              <a:defRPr sz="1275" b="0">
                <a:solidFill>
                  <a:srgbClr val="6D626B"/>
                </a:solidFill>
                <a:latin typeface="Helvetica Neue"/>
                <a:ea typeface="Helvetica Neue"/>
                <a:cs typeface="Helvetica Neue"/>
              </a:defRPr>
            </a:pPr>
            <a:r>
              <a:rPr sz="1275" b="0">
                <a:solidFill>
                  <a:srgbClr val="6D626B"/>
                </a:solidFill>
                <a:latin typeface="Helvetica Neue"/>
                <a:ea typeface="Helvetica Neue"/>
                <a:cs typeface="Helvetica Neue"/>
              </a:rPr>
              <a:t>06</a:t>
            </a:r>
          </a:p>
        </p:txBody>
      </p:sp>
      <p:pic>
        <p:nvPicPr>
          <p:cNvPr id="4" name="">
            <a:extLst xmlns:a="http://schemas.openxmlformats.org/drawingml/2006/main">
              <a:ext uri="{FF2B5EF4-FFF2-40B4-BE49-F238E27FC236}">
                <a16:creationId xmlns:a16="http://schemas.microsoft.com/office/drawing/2014/main" id="{F75CB535-1886-4EFC-BB79-81B713D03036}"/>
              </a:ext>
            </a:extLst>
          </p:cNvPr>
          <p:cNvPicPr>
            <a:picLocks xmlns:a="http://schemas.openxmlformats.org/drawingml/2006/main" noChangeAspect="1"/>
          </p:cNvPicPr>
          <p:nvPr/>
        </p:nvPicPr>
        <p:blipFill>
          <a:blip xmlns:r="http://schemas.openxmlformats.org/officeDocument/2006/relationships" xmlns:a="http://schemas.openxmlformats.org/drawingml/2006/main" r:embed="Rf4173275cddc43b9"/>
          <a:stretch xmlns:a="http://schemas.openxmlformats.org/drawingml/2006/main"/>
        </p:blipFill>
        <p:spPr>
          <a:xfrm xmlns:a="http://schemas.openxmlformats.org/drawingml/2006/main">
            <a:off x="685800" y="1704119"/>
            <a:ext cx="10820400" cy="2906836"/>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DFAF665-0335-4592-8716-378AA16BF11A}"/>
              </a:ext>
            </a:extLst>
          </p:cNvPr>
          <p:cNvSpPr>
            <a:spLocks xmlns:a="http://schemas.openxmlformats.org/drawingml/2006/main" noGrp="1"/>
          </p:cNvSpPr>
          <p:nvPr/>
        </p:nvSpPr>
        <p:spPr>
          <a:xfrm xmlns:a="http://schemas.openxmlformats.org/drawingml/2006/main">
            <a:off x="685800" y="500062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B20A58"/>
                </a:solidFill>
                <a:latin typeface="Helvetica Neue"/>
                <a:ea typeface="Helvetica Neue"/>
                <a:cs typeface="Helvetica Neue"/>
              </a:defRPr>
            </a:defPPr>
            <a:lvl1pPr>
              <a:defRPr sz="2550" b="1">
                <a:solidFill>
                  <a:srgbClr val="B20A58"/>
                </a:solidFill>
                <a:latin typeface="Helvetica Neue"/>
                <a:ea typeface="Helvetica Neue"/>
                <a:cs typeface="Helvetica Neue"/>
              </a:defRPr>
            </a:lvl1pPr>
            <a:lvl2pPr>
              <a:defRPr sz="2550" b="1">
                <a:solidFill>
                  <a:srgbClr val="B20A58"/>
                </a:solidFill>
                <a:latin typeface="Helvetica Neue"/>
                <a:ea typeface="Helvetica Neue"/>
                <a:cs typeface="Helvetica Neue"/>
              </a:defRPr>
            </a:lvl2pPr>
            <a:lvl3pPr>
              <a:defRPr sz="2550" b="1">
                <a:solidFill>
                  <a:srgbClr val="B20A58"/>
                </a:solidFill>
                <a:latin typeface="Helvetica Neue"/>
                <a:ea typeface="Helvetica Neue"/>
                <a:cs typeface="Helvetica Neue"/>
              </a:defRPr>
            </a:lvl3pPr>
            <a:lvl4pPr>
              <a:defRPr sz="2550" b="1">
                <a:solidFill>
                  <a:srgbClr val="B20A58"/>
                </a:solidFill>
                <a:latin typeface="Helvetica Neue"/>
                <a:ea typeface="Helvetica Neue"/>
                <a:cs typeface="Helvetica Neue"/>
              </a:defRPr>
            </a:lvl4pPr>
            <a:lvl5pPr>
              <a:defRPr sz="2550" b="1">
                <a:solidFill>
                  <a:srgbClr val="B20A58"/>
                </a:solidFill>
                <a:latin typeface="Helvetica Neue"/>
                <a:ea typeface="Helvetica Neue"/>
                <a:cs typeface="Helvetica Neue"/>
              </a:defRPr>
            </a:lvl5pPr>
            <a:lvl6pPr>
              <a:defRPr sz="2550" b="1">
                <a:solidFill>
                  <a:srgbClr val="B20A58"/>
                </a:solidFill>
                <a:latin typeface="Helvetica Neue"/>
                <a:ea typeface="Helvetica Neue"/>
                <a:cs typeface="Helvetica Neue"/>
              </a:defRPr>
            </a:lvl6pPr>
            <a:lvl7pPr>
              <a:defRPr sz="2550" b="1">
                <a:solidFill>
                  <a:srgbClr val="B20A58"/>
                </a:solidFill>
                <a:latin typeface="Helvetica Neue"/>
                <a:ea typeface="Helvetica Neue"/>
                <a:cs typeface="Helvetica Neue"/>
              </a:defRPr>
            </a:lvl7pPr>
            <a:lvl8pPr>
              <a:defRPr sz="2550" b="1">
                <a:solidFill>
                  <a:srgbClr val="B20A58"/>
                </a:solidFill>
                <a:latin typeface="Helvetica Neue"/>
                <a:ea typeface="Helvetica Neue"/>
                <a:cs typeface="Helvetica Neue"/>
              </a:defRPr>
            </a:lvl8pPr>
            <a:lvl9pPr>
              <a:defRPr sz="2550" b="1">
                <a:solidFill>
                  <a:srgbClr val="B20A58"/>
                </a:solidFill>
                <a:latin typeface="Helvetica Neue"/>
                <a:ea typeface="Helvetica Neue"/>
                <a:cs typeface="Helvetica Neue"/>
              </a:defRPr>
            </a:lvl9pPr>
          </a:lstStyle>
          <a:p xmlns:a="http://schemas.openxmlformats.org/drawingml/2006/main">
            <a:pPr>
              <a:defRPr sz="2550" b="1">
                <a:solidFill>
                  <a:srgbClr val="B20A58"/>
                </a:solidFill>
                <a:latin typeface="Helvetica Neue"/>
                <a:ea typeface="Helvetica Neue"/>
                <a:cs typeface="Helvetica Neue"/>
              </a:defRPr>
            </a:pPr>
            <a:r>
              <a:rPr sz="2550" b="1">
                <a:solidFill>
                  <a:srgbClr val="B20A58"/>
                </a:solidFill>
                <a:latin typeface="Helvetica Neue"/>
                <a:ea typeface="Helvetica Neue"/>
                <a:cs typeface="Helvetica Neue"/>
              </a:rPr>
              <a:t>POST /api/v1/analyze</a:t>
            </a:r>
          </a:p>
        </p:txBody>
      </p:sp>
      <p:sp>
        <p:nvSpPr>
          <p:cNvPr id="6" name="">
            <a:extLst xmlns:a="http://schemas.openxmlformats.org/drawingml/2006/main">
              <a:ext uri="{FF2B5EF4-FFF2-40B4-BE49-F238E27FC236}">
                <a16:creationId xmlns:a16="http://schemas.microsoft.com/office/drawing/2014/main" id="{4A6DB471-3B58-4561-9961-440112BA205D}"/>
              </a:ext>
            </a:extLst>
          </p:cNvPr>
          <p:cNvSpPr>
            <a:spLocks xmlns:a="http://schemas.openxmlformats.org/drawingml/2006/main" noGrp="1"/>
          </p:cNvSpPr>
          <p:nvPr/>
        </p:nvSpPr>
        <p:spPr>
          <a:xfrm xmlns:a="http://schemas.openxmlformats.org/drawingml/2006/main">
            <a:off x="685800" y="55054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B20A58"/>
                </a:solidFill>
                <a:latin typeface="Helvetica Neue"/>
                <a:ea typeface="Helvetica Neue"/>
                <a:cs typeface="Helvetica Neue"/>
              </a:defRPr>
            </a:defPPr>
            <a:lvl1pPr>
              <a:defRPr sz="2550" b="1">
                <a:solidFill>
                  <a:srgbClr val="B20A58"/>
                </a:solidFill>
                <a:latin typeface="Helvetica Neue"/>
                <a:ea typeface="Helvetica Neue"/>
                <a:cs typeface="Helvetica Neue"/>
              </a:defRPr>
            </a:lvl1pPr>
            <a:lvl2pPr>
              <a:defRPr sz="2550" b="1">
                <a:solidFill>
                  <a:srgbClr val="B20A58"/>
                </a:solidFill>
                <a:latin typeface="Helvetica Neue"/>
                <a:ea typeface="Helvetica Neue"/>
                <a:cs typeface="Helvetica Neue"/>
              </a:defRPr>
            </a:lvl2pPr>
            <a:lvl3pPr>
              <a:defRPr sz="2550" b="1">
                <a:solidFill>
                  <a:srgbClr val="B20A58"/>
                </a:solidFill>
                <a:latin typeface="Helvetica Neue"/>
                <a:ea typeface="Helvetica Neue"/>
                <a:cs typeface="Helvetica Neue"/>
              </a:defRPr>
            </a:lvl3pPr>
            <a:lvl4pPr>
              <a:defRPr sz="2550" b="1">
                <a:solidFill>
                  <a:srgbClr val="B20A58"/>
                </a:solidFill>
                <a:latin typeface="Helvetica Neue"/>
                <a:ea typeface="Helvetica Neue"/>
                <a:cs typeface="Helvetica Neue"/>
              </a:defRPr>
            </a:lvl4pPr>
            <a:lvl5pPr>
              <a:defRPr sz="2550" b="1">
                <a:solidFill>
                  <a:srgbClr val="B20A58"/>
                </a:solidFill>
                <a:latin typeface="Helvetica Neue"/>
                <a:ea typeface="Helvetica Neue"/>
                <a:cs typeface="Helvetica Neue"/>
              </a:defRPr>
            </a:lvl5pPr>
            <a:lvl6pPr>
              <a:defRPr sz="2550" b="1">
                <a:solidFill>
                  <a:srgbClr val="B20A58"/>
                </a:solidFill>
                <a:latin typeface="Helvetica Neue"/>
                <a:ea typeface="Helvetica Neue"/>
                <a:cs typeface="Helvetica Neue"/>
              </a:defRPr>
            </a:lvl6pPr>
            <a:lvl7pPr>
              <a:defRPr sz="2550" b="1">
                <a:solidFill>
                  <a:srgbClr val="B20A58"/>
                </a:solidFill>
                <a:latin typeface="Helvetica Neue"/>
                <a:ea typeface="Helvetica Neue"/>
                <a:cs typeface="Helvetica Neue"/>
              </a:defRPr>
            </a:lvl7pPr>
            <a:lvl8pPr>
              <a:defRPr sz="2550" b="1">
                <a:solidFill>
                  <a:srgbClr val="B20A58"/>
                </a:solidFill>
                <a:latin typeface="Helvetica Neue"/>
                <a:ea typeface="Helvetica Neue"/>
                <a:cs typeface="Helvetica Neue"/>
              </a:defRPr>
            </a:lvl8pPr>
            <a:lvl9pPr>
              <a:defRPr sz="2550" b="1">
                <a:solidFill>
                  <a:srgbClr val="B20A58"/>
                </a:solidFill>
                <a:latin typeface="Helvetica Neue"/>
                <a:ea typeface="Helvetica Neue"/>
                <a:cs typeface="Helvetica Neue"/>
              </a:defRPr>
            </a:lvl9pPr>
          </a:lstStyle>
          <a:p xmlns:a="http://schemas.openxmlformats.org/drawingml/2006/main">
            <a:pPr>
              <a:defRPr sz="2550" b="1">
                <a:solidFill>
                  <a:srgbClr val="B20A58"/>
                </a:solidFill>
                <a:latin typeface="Helvetica Neue"/>
                <a:ea typeface="Helvetica Neue"/>
                <a:cs typeface="Helvetica Neue"/>
              </a:defRPr>
            </a:pPr>
            <a:r>
              <a:rPr sz="2550" b="1">
                <a:solidFill>
                  <a:srgbClr val="B20A58"/>
                </a:solidFill>
                <a:latin typeface="Helvetica Neue"/>
                <a:ea typeface="Helvetica Neue"/>
                <a:cs typeface="Helvetica Neue"/>
              </a:rPr>
              <a:t>GET /api/v1/jobs/{job_id}</a:t>
            </a:r>
          </a:p>
        </p:txBody>
      </p:sp>
      <p:sp>
        <p:nvSpPr>
          <p:cNvPr id="7" name="">
            <a:extLst xmlns:a="http://schemas.openxmlformats.org/drawingml/2006/main">
              <a:ext uri="{FF2B5EF4-FFF2-40B4-BE49-F238E27FC236}">
                <a16:creationId xmlns:a16="http://schemas.microsoft.com/office/drawing/2014/main" id="{4F8C81C4-8AD6-43FF-8BB7-4B78C73B1865}"/>
              </a:ext>
            </a:extLst>
          </p:cNvPr>
          <p:cNvSpPr>
            <a:spLocks xmlns:a="http://schemas.openxmlformats.org/drawingml/2006/main" noGrp="1"/>
          </p:cNvSpPr>
          <p:nvPr/>
        </p:nvSpPr>
        <p:spPr>
          <a:xfrm xmlns:a="http://schemas.openxmlformats.org/drawingml/2006/main">
            <a:off x="685800" y="60293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6D626B"/>
                </a:solidFill>
                <a:latin typeface="Helvetica Neue"/>
                <a:ea typeface="Helvetica Neue"/>
                <a:cs typeface="Helvetica Neue"/>
              </a:defRPr>
            </a:defPPr>
            <a:lvl1pPr>
              <a:defRPr sz="1800" b="0">
                <a:solidFill>
                  <a:srgbClr val="6D626B"/>
                </a:solidFill>
                <a:latin typeface="Helvetica Neue"/>
                <a:ea typeface="Helvetica Neue"/>
                <a:cs typeface="Helvetica Neue"/>
              </a:defRPr>
            </a:lvl1pPr>
            <a:lvl2pPr>
              <a:defRPr sz="1800" b="0">
                <a:solidFill>
                  <a:srgbClr val="6D626B"/>
                </a:solidFill>
                <a:latin typeface="Helvetica Neue"/>
                <a:ea typeface="Helvetica Neue"/>
                <a:cs typeface="Helvetica Neue"/>
              </a:defRPr>
            </a:lvl2pPr>
            <a:lvl3pPr>
              <a:defRPr sz="1800" b="0">
                <a:solidFill>
                  <a:srgbClr val="6D626B"/>
                </a:solidFill>
                <a:latin typeface="Helvetica Neue"/>
                <a:ea typeface="Helvetica Neue"/>
                <a:cs typeface="Helvetica Neue"/>
              </a:defRPr>
            </a:lvl3pPr>
            <a:lvl4pPr>
              <a:defRPr sz="1800" b="0">
                <a:solidFill>
                  <a:srgbClr val="6D626B"/>
                </a:solidFill>
                <a:latin typeface="Helvetica Neue"/>
                <a:ea typeface="Helvetica Neue"/>
                <a:cs typeface="Helvetica Neue"/>
              </a:defRPr>
            </a:lvl4pPr>
            <a:lvl5pPr>
              <a:defRPr sz="1800" b="0">
                <a:solidFill>
                  <a:srgbClr val="6D626B"/>
                </a:solidFill>
                <a:latin typeface="Helvetica Neue"/>
                <a:ea typeface="Helvetica Neue"/>
                <a:cs typeface="Helvetica Neue"/>
              </a:defRPr>
            </a:lvl5pPr>
            <a:lvl6pPr>
              <a:defRPr sz="1800" b="0">
                <a:solidFill>
                  <a:srgbClr val="6D626B"/>
                </a:solidFill>
                <a:latin typeface="Helvetica Neue"/>
                <a:ea typeface="Helvetica Neue"/>
                <a:cs typeface="Helvetica Neue"/>
              </a:defRPr>
            </a:lvl6pPr>
            <a:lvl7pPr>
              <a:defRPr sz="1800" b="0">
                <a:solidFill>
                  <a:srgbClr val="6D626B"/>
                </a:solidFill>
                <a:latin typeface="Helvetica Neue"/>
                <a:ea typeface="Helvetica Neue"/>
                <a:cs typeface="Helvetica Neue"/>
              </a:defRPr>
            </a:lvl7pPr>
            <a:lvl8pPr>
              <a:defRPr sz="1800" b="0">
                <a:solidFill>
                  <a:srgbClr val="6D626B"/>
                </a:solidFill>
                <a:latin typeface="Helvetica Neue"/>
                <a:ea typeface="Helvetica Neue"/>
                <a:cs typeface="Helvetica Neue"/>
              </a:defRPr>
            </a:lvl8pPr>
            <a:lvl9pPr>
              <a:defRPr sz="1800" b="0">
                <a:solidFill>
                  <a:srgbClr val="6D626B"/>
                </a:solidFill>
                <a:latin typeface="Helvetica Neue"/>
                <a:ea typeface="Helvetica Neue"/>
                <a:cs typeface="Helvetica Neue"/>
              </a:defRPr>
            </a:lvl9pPr>
          </a:lstStyle>
          <a:p xmlns:a="http://schemas.openxmlformats.org/drawingml/2006/main">
            <a:pPr>
              <a:defRPr sz="1800" b="0">
                <a:solidFill>
                  <a:srgbClr val="6D626B"/>
                </a:solidFill>
                <a:latin typeface="Helvetica Neue"/>
                <a:ea typeface="Helvetica Neue"/>
                <a:cs typeface="Helvetica Neue"/>
              </a:defRPr>
            </a:pPr>
            <a:r>
              <a:rPr sz="1800" b="0">
                <a:solidFill>
                  <a:srgbClr val="6D626B"/>
                </a:solidFill>
                <a:latin typeface="Helvetica Neue"/>
                <a:ea typeface="Helvetica Neue"/>
                <a:cs typeface="Helvetica Neue"/>
              </a:rPr>
              <a:t>X-API-Key on both requests. Public HTTPS deployment is pending.</a:t>
            </a:r>
          </a:p>
        </p:txBody>
      </p:sp>
    </p:spTree>
    <p:extLst>
      <p:ext uri="{BB962C8B-B14F-4D97-AF65-F5344CB8AC3E}">
        <p14:creationId xmlns:p14="http://schemas.microsoft.com/office/powerpoint/2010/main" val="1866723369"/>
      </p:ext>
    </p:extLst>
  </p:cSld>
</p:sld>
</file>

<file path=ppt/slides/slide7.xml><?xml version="1.0" encoding="utf-8"?>
<p:sld xmlns:p="http://schemas.openxmlformats.org/presentationml/2006/main">
  <p:cSld>
    <p:bg>
      <p:bgPr>
        <a:solidFill xmlns:a="http://schemas.openxmlformats.org/drawingml/2006/main">
          <a:srgbClr val="FCFAF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C058714-63D3-4478-9CC6-E127214C9B0D}"/>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20151D"/>
                </a:solidFill>
                <a:latin typeface="Helvetica Neue"/>
                <a:ea typeface="Helvetica Neue"/>
                <a:cs typeface="Helvetica Neue"/>
              </a:defRPr>
            </a:defPPr>
            <a:lvl1pPr>
              <a:defRPr sz="3450" b="1">
                <a:solidFill>
                  <a:srgbClr val="20151D"/>
                </a:solidFill>
                <a:latin typeface="Helvetica Neue"/>
                <a:ea typeface="Helvetica Neue"/>
                <a:cs typeface="Helvetica Neue"/>
              </a:defRPr>
            </a:lvl1pPr>
            <a:lvl2pPr>
              <a:defRPr sz="3450" b="1">
                <a:solidFill>
                  <a:srgbClr val="20151D"/>
                </a:solidFill>
                <a:latin typeface="Helvetica Neue"/>
                <a:ea typeface="Helvetica Neue"/>
                <a:cs typeface="Helvetica Neue"/>
              </a:defRPr>
            </a:lvl2pPr>
            <a:lvl3pPr>
              <a:defRPr sz="3450" b="1">
                <a:solidFill>
                  <a:srgbClr val="20151D"/>
                </a:solidFill>
                <a:latin typeface="Helvetica Neue"/>
                <a:ea typeface="Helvetica Neue"/>
                <a:cs typeface="Helvetica Neue"/>
              </a:defRPr>
            </a:lvl3pPr>
            <a:lvl4pPr>
              <a:defRPr sz="3450" b="1">
                <a:solidFill>
                  <a:srgbClr val="20151D"/>
                </a:solidFill>
                <a:latin typeface="Helvetica Neue"/>
                <a:ea typeface="Helvetica Neue"/>
                <a:cs typeface="Helvetica Neue"/>
              </a:defRPr>
            </a:lvl4pPr>
            <a:lvl5pPr>
              <a:defRPr sz="3450" b="1">
                <a:solidFill>
                  <a:srgbClr val="20151D"/>
                </a:solidFill>
                <a:latin typeface="Helvetica Neue"/>
                <a:ea typeface="Helvetica Neue"/>
                <a:cs typeface="Helvetica Neue"/>
              </a:defRPr>
            </a:lvl5pPr>
            <a:lvl6pPr>
              <a:defRPr sz="3450" b="1">
                <a:solidFill>
                  <a:srgbClr val="20151D"/>
                </a:solidFill>
                <a:latin typeface="Helvetica Neue"/>
                <a:ea typeface="Helvetica Neue"/>
                <a:cs typeface="Helvetica Neue"/>
              </a:defRPr>
            </a:lvl6pPr>
            <a:lvl7pPr>
              <a:defRPr sz="3450" b="1">
                <a:solidFill>
                  <a:srgbClr val="20151D"/>
                </a:solidFill>
                <a:latin typeface="Helvetica Neue"/>
                <a:ea typeface="Helvetica Neue"/>
                <a:cs typeface="Helvetica Neue"/>
              </a:defRPr>
            </a:lvl7pPr>
            <a:lvl8pPr>
              <a:defRPr sz="3450" b="1">
                <a:solidFill>
                  <a:srgbClr val="20151D"/>
                </a:solidFill>
                <a:latin typeface="Helvetica Neue"/>
                <a:ea typeface="Helvetica Neue"/>
                <a:cs typeface="Helvetica Neue"/>
              </a:defRPr>
            </a:lvl8pPr>
            <a:lvl9pPr>
              <a:defRPr sz="3450" b="1">
                <a:solidFill>
                  <a:srgbClr val="20151D"/>
                </a:solidFill>
                <a:latin typeface="Helvetica Neue"/>
                <a:ea typeface="Helvetica Neue"/>
                <a:cs typeface="Helvetica Neue"/>
              </a:defRPr>
            </a:lvl9pPr>
          </a:lstStyle>
          <a:p xmlns:a="http://schemas.openxmlformats.org/drawingml/2006/main">
            <a:pPr>
              <a:defRPr sz="3450" b="1">
                <a:solidFill>
                  <a:srgbClr val="20151D"/>
                </a:solidFill>
                <a:latin typeface="Helvetica Neue"/>
                <a:ea typeface="Helvetica Neue"/>
                <a:cs typeface="Helvetica Neue"/>
              </a:defRPr>
            </a:pPr>
            <a:r>
              <a:rPr sz="3450" b="1">
                <a:solidFill>
                  <a:srgbClr val="20151D"/>
                </a:solidFill>
                <a:latin typeface="Helvetica Neue"/>
                <a:ea typeface="Helvetica Neue"/>
                <a:cs typeface="Helvetica Neue"/>
              </a:rPr>
              <a:t>Reliability and private-data handling</a:t>
            </a:r>
          </a:p>
        </p:txBody>
      </p:sp>
      <p:sp>
        <p:nvSpPr>
          <p:cNvPr id="2" name="">
            <a:extLst xmlns:a="http://schemas.openxmlformats.org/drawingml/2006/main">
              <a:ext uri="{FF2B5EF4-FFF2-40B4-BE49-F238E27FC236}">
                <a16:creationId xmlns:a16="http://schemas.microsoft.com/office/drawing/2014/main" id="{E5BB3B22-DE5B-41C0-92B2-EC2C7EB5BA3E}"/>
              </a:ext>
            </a:extLst>
          </p:cNvPr>
          <p:cNvSpPr>
            <a:spLocks xmlns:a="http://schemas.openxmlformats.org/drawingml/2006/main" noGrp="1"/>
          </p:cNvSpPr>
          <p:nvPr/>
        </p:nvSpPr>
        <p:spPr>
          <a:xfrm xmlns:a="http://schemas.openxmlformats.org/drawingml/2006/main">
            <a:off x="6858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D626B"/>
                </a:solidFill>
                <a:latin typeface="Helvetica Neue"/>
                <a:ea typeface="Helvetica Neue"/>
                <a:cs typeface="Helvetica Neue"/>
              </a:defRPr>
            </a:defPPr>
            <a:lvl1pPr>
              <a:defRPr sz="1275" b="0">
                <a:solidFill>
                  <a:srgbClr val="6D626B"/>
                </a:solidFill>
                <a:latin typeface="Helvetica Neue"/>
                <a:ea typeface="Helvetica Neue"/>
                <a:cs typeface="Helvetica Neue"/>
              </a:defRPr>
            </a:lvl1pPr>
            <a:lvl2pPr>
              <a:defRPr sz="1275" b="0">
                <a:solidFill>
                  <a:srgbClr val="6D626B"/>
                </a:solidFill>
                <a:latin typeface="Helvetica Neue"/>
                <a:ea typeface="Helvetica Neue"/>
                <a:cs typeface="Helvetica Neue"/>
              </a:defRPr>
            </a:lvl2pPr>
            <a:lvl3pPr>
              <a:defRPr sz="1275" b="0">
                <a:solidFill>
                  <a:srgbClr val="6D626B"/>
                </a:solidFill>
                <a:latin typeface="Helvetica Neue"/>
                <a:ea typeface="Helvetica Neue"/>
                <a:cs typeface="Helvetica Neue"/>
              </a:defRPr>
            </a:lvl3pPr>
            <a:lvl4pPr>
              <a:defRPr sz="1275" b="0">
                <a:solidFill>
                  <a:srgbClr val="6D626B"/>
                </a:solidFill>
                <a:latin typeface="Helvetica Neue"/>
                <a:ea typeface="Helvetica Neue"/>
                <a:cs typeface="Helvetica Neue"/>
              </a:defRPr>
            </a:lvl4pPr>
            <a:lvl5pPr>
              <a:defRPr sz="1275" b="0">
                <a:solidFill>
                  <a:srgbClr val="6D626B"/>
                </a:solidFill>
                <a:latin typeface="Helvetica Neue"/>
                <a:ea typeface="Helvetica Neue"/>
                <a:cs typeface="Helvetica Neue"/>
              </a:defRPr>
            </a:lvl5pPr>
            <a:lvl6pPr>
              <a:defRPr sz="1275" b="0">
                <a:solidFill>
                  <a:srgbClr val="6D626B"/>
                </a:solidFill>
                <a:latin typeface="Helvetica Neue"/>
                <a:ea typeface="Helvetica Neue"/>
                <a:cs typeface="Helvetica Neue"/>
              </a:defRPr>
            </a:lvl6pPr>
            <a:lvl7pPr>
              <a:defRPr sz="1275" b="0">
                <a:solidFill>
                  <a:srgbClr val="6D626B"/>
                </a:solidFill>
                <a:latin typeface="Helvetica Neue"/>
                <a:ea typeface="Helvetica Neue"/>
                <a:cs typeface="Helvetica Neue"/>
              </a:defRPr>
            </a:lvl7pPr>
            <a:lvl8pPr>
              <a:defRPr sz="1275" b="0">
                <a:solidFill>
                  <a:srgbClr val="6D626B"/>
                </a:solidFill>
                <a:latin typeface="Helvetica Neue"/>
                <a:ea typeface="Helvetica Neue"/>
                <a:cs typeface="Helvetica Neue"/>
              </a:defRPr>
            </a:lvl8pPr>
            <a:lvl9pPr>
              <a:defRPr sz="1275" b="0">
                <a:solidFill>
                  <a:srgbClr val="6D626B"/>
                </a:solidFill>
                <a:latin typeface="Helvetica Neue"/>
                <a:ea typeface="Helvetica Neue"/>
                <a:cs typeface="Helvetica Neue"/>
              </a:defRPr>
            </a:lvl9pPr>
          </a:lstStyle>
          <a:p xmlns:a="http://schemas.openxmlformats.org/drawingml/2006/main">
            <a:pPr>
              <a:defRPr sz="1275" b="0">
                <a:solidFill>
                  <a:srgbClr val="6D626B"/>
                </a:solidFill>
                <a:latin typeface="Helvetica Neue"/>
                <a:ea typeface="Helvetica Neue"/>
                <a:cs typeface="Helvetica Neue"/>
              </a:defRPr>
            </a:pPr>
            <a:r>
              <a:rPr sz="1275" b="0">
                <a:solidFill>
                  <a:srgbClr val="6D626B"/>
                </a:solidFill>
                <a:latin typeface="Helvetica Neue"/>
                <a:ea typeface="Helvetica Neue"/>
                <a:cs typeface="Helvetica Neue"/>
              </a:rPr>
              <a:t>8bit  /  Datathon 26</a:t>
            </a:r>
          </a:p>
        </p:txBody>
      </p:sp>
      <p:sp>
        <p:nvSpPr>
          <p:cNvPr id="3" name="">
            <a:extLst xmlns:a="http://schemas.openxmlformats.org/drawingml/2006/main">
              <a:ext uri="{FF2B5EF4-FFF2-40B4-BE49-F238E27FC236}">
                <a16:creationId xmlns:a16="http://schemas.microsoft.com/office/drawing/2014/main" id="{2DF35854-61E3-4023-B6D5-28CA22E884F0}"/>
              </a:ext>
            </a:extLst>
          </p:cNvPr>
          <p:cNvSpPr>
            <a:spLocks xmlns:a="http://schemas.openxmlformats.org/drawingml/2006/main" noGrp="1"/>
          </p:cNvSpPr>
          <p:nvPr/>
        </p:nvSpPr>
        <p:spPr>
          <a:xfrm xmlns:a="http://schemas.openxmlformats.org/drawingml/2006/main">
            <a:off x="11096625"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D626B"/>
                </a:solidFill>
                <a:latin typeface="Helvetica Neue"/>
                <a:ea typeface="Helvetica Neue"/>
                <a:cs typeface="Helvetica Neue"/>
              </a:defRPr>
            </a:defPPr>
            <a:lvl1pPr>
              <a:defRPr sz="1275" b="0">
                <a:solidFill>
                  <a:srgbClr val="6D626B"/>
                </a:solidFill>
                <a:latin typeface="Helvetica Neue"/>
                <a:ea typeface="Helvetica Neue"/>
                <a:cs typeface="Helvetica Neue"/>
              </a:defRPr>
            </a:lvl1pPr>
            <a:lvl2pPr>
              <a:defRPr sz="1275" b="0">
                <a:solidFill>
                  <a:srgbClr val="6D626B"/>
                </a:solidFill>
                <a:latin typeface="Helvetica Neue"/>
                <a:ea typeface="Helvetica Neue"/>
                <a:cs typeface="Helvetica Neue"/>
              </a:defRPr>
            </a:lvl2pPr>
            <a:lvl3pPr>
              <a:defRPr sz="1275" b="0">
                <a:solidFill>
                  <a:srgbClr val="6D626B"/>
                </a:solidFill>
                <a:latin typeface="Helvetica Neue"/>
                <a:ea typeface="Helvetica Neue"/>
                <a:cs typeface="Helvetica Neue"/>
              </a:defRPr>
            </a:lvl3pPr>
            <a:lvl4pPr>
              <a:defRPr sz="1275" b="0">
                <a:solidFill>
                  <a:srgbClr val="6D626B"/>
                </a:solidFill>
                <a:latin typeface="Helvetica Neue"/>
                <a:ea typeface="Helvetica Neue"/>
                <a:cs typeface="Helvetica Neue"/>
              </a:defRPr>
            </a:lvl4pPr>
            <a:lvl5pPr>
              <a:defRPr sz="1275" b="0">
                <a:solidFill>
                  <a:srgbClr val="6D626B"/>
                </a:solidFill>
                <a:latin typeface="Helvetica Neue"/>
                <a:ea typeface="Helvetica Neue"/>
                <a:cs typeface="Helvetica Neue"/>
              </a:defRPr>
            </a:lvl5pPr>
            <a:lvl6pPr>
              <a:defRPr sz="1275" b="0">
                <a:solidFill>
                  <a:srgbClr val="6D626B"/>
                </a:solidFill>
                <a:latin typeface="Helvetica Neue"/>
                <a:ea typeface="Helvetica Neue"/>
                <a:cs typeface="Helvetica Neue"/>
              </a:defRPr>
            </a:lvl6pPr>
            <a:lvl7pPr>
              <a:defRPr sz="1275" b="0">
                <a:solidFill>
                  <a:srgbClr val="6D626B"/>
                </a:solidFill>
                <a:latin typeface="Helvetica Neue"/>
                <a:ea typeface="Helvetica Neue"/>
                <a:cs typeface="Helvetica Neue"/>
              </a:defRPr>
            </a:lvl7pPr>
            <a:lvl8pPr>
              <a:defRPr sz="1275" b="0">
                <a:solidFill>
                  <a:srgbClr val="6D626B"/>
                </a:solidFill>
                <a:latin typeface="Helvetica Neue"/>
                <a:ea typeface="Helvetica Neue"/>
                <a:cs typeface="Helvetica Neue"/>
              </a:defRPr>
            </a:lvl8pPr>
            <a:lvl9pPr>
              <a:defRPr sz="1275" b="0">
                <a:solidFill>
                  <a:srgbClr val="6D626B"/>
                </a:solidFill>
                <a:latin typeface="Helvetica Neue"/>
                <a:ea typeface="Helvetica Neue"/>
                <a:cs typeface="Helvetica Neue"/>
              </a:defRPr>
            </a:lvl9pPr>
          </a:lstStyle>
          <a:p xmlns:a="http://schemas.openxmlformats.org/drawingml/2006/main">
            <a:pPr>
              <a:defRPr sz="1275" b="0">
                <a:solidFill>
                  <a:srgbClr val="6D626B"/>
                </a:solidFill>
                <a:latin typeface="Helvetica Neue"/>
                <a:ea typeface="Helvetica Neue"/>
                <a:cs typeface="Helvetica Neue"/>
              </a:defRPr>
            </a:pPr>
            <a:r>
              <a:rPr sz="1275" b="0">
                <a:solidFill>
                  <a:srgbClr val="6D626B"/>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F6159589-02E4-4125-8FB5-860BD00DB8AA}"/>
              </a:ext>
            </a:extLst>
          </p:cNvPr>
          <p:cNvSpPr>
            <a:spLocks xmlns:a="http://schemas.openxmlformats.org/drawingml/2006/main" noGrp="1"/>
          </p:cNvSpPr>
          <p:nvPr/>
        </p:nvSpPr>
        <p:spPr>
          <a:xfrm xmlns:a="http://schemas.openxmlformats.org/drawingml/2006/main">
            <a:off x="685800" y="177165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200" b="1">
                <a:solidFill>
                  <a:srgbClr val="B20A58"/>
                </a:solidFill>
                <a:latin typeface="Helvetica Neue"/>
                <a:ea typeface="Helvetica Neue"/>
                <a:cs typeface="Helvetica Neue"/>
              </a:defRPr>
            </a:defPPr>
            <a:lvl1pPr>
              <a:defRPr sz="7200" b="1">
                <a:solidFill>
                  <a:srgbClr val="B20A58"/>
                </a:solidFill>
                <a:latin typeface="Helvetica Neue"/>
                <a:ea typeface="Helvetica Neue"/>
                <a:cs typeface="Helvetica Neue"/>
              </a:defRPr>
            </a:lvl1pPr>
            <a:lvl2pPr>
              <a:defRPr sz="7200" b="1">
                <a:solidFill>
                  <a:srgbClr val="B20A58"/>
                </a:solidFill>
                <a:latin typeface="Helvetica Neue"/>
                <a:ea typeface="Helvetica Neue"/>
                <a:cs typeface="Helvetica Neue"/>
              </a:defRPr>
            </a:lvl2pPr>
            <a:lvl3pPr>
              <a:defRPr sz="7200" b="1">
                <a:solidFill>
                  <a:srgbClr val="B20A58"/>
                </a:solidFill>
                <a:latin typeface="Helvetica Neue"/>
                <a:ea typeface="Helvetica Neue"/>
                <a:cs typeface="Helvetica Neue"/>
              </a:defRPr>
            </a:lvl3pPr>
            <a:lvl4pPr>
              <a:defRPr sz="7200" b="1">
                <a:solidFill>
                  <a:srgbClr val="B20A58"/>
                </a:solidFill>
                <a:latin typeface="Helvetica Neue"/>
                <a:ea typeface="Helvetica Neue"/>
                <a:cs typeface="Helvetica Neue"/>
              </a:defRPr>
            </a:lvl4pPr>
            <a:lvl5pPr>
              <a:defRPr sz="7200" b="1">
                <a:solidFill>
                  <a:srgbClr val="B20A58"/>
                </a:solidFill>
                <a:latin typeface="Helvetica Neue"/>
                <a:ea typeface="Helvetica Neue"/>
                <a:cs typeface="Helvetica Neue"/>
              </a:defRPr>
            </a:lvl5pPr>
            <a:lvl6pPr>
              <a:defRPr sz="7200" b="1">
                <a:solidFill>
                  <a:srgbClr val="B20A58"/>
                </a:solidFill>
                <a:latin typeface="Helvetica Neue"/>
                <a:ea typeface="Helvetica Neue"/>
                <a:cs typeface="Helvetica Neue"/>
              </a:defRPr>
            </a:lvl6pPr>
            <a:lvl7pPr>
              <a:defRPr sz="7200" b="1">
                <a:solidFill>
                  <a:srgbClr val="B20A58"/>
                </a:solidFill>
                <a:latin typeface="Helvetica Neue"/>
                <a:ea typeface="Helvetica Neue"/>
                <a:cs typeface="Helvetica Neue"/>
              </a:defRPr>
            </a:lvl7pPr>
            <a:lvl8pPr>
              <a:defRPr sz="7200" b="1">
                <a:solidFill>
                  <a:srgbClr val="B20A58"/>
                </a:solidFill>
                <a:latin typeface="Helvetica Neue"/>
                <a:ea typeface="Helvetica Neue"/>
                <a:cs typeface="Helvetica Neue"/>
              </a:defRPr>
            </a:lvl8pPr>
            <a:lvl9pPr>
              <a:defRPr sz="7200" b="1">
                <a:solidFill>
                  <a:srgbClr val="B20A58"/>
                </a:solidFill>
                <a:latin typeface="Helvetica Neue"/>
                <a:ea typeface="Helvetica Neue"/>
                <a:cs typeface="Helvetica Neue"/>
              </a:defRPr>
            </a:lvl9pPr>
          </a:lstStyle>
          <a:p xmlns:a="http://schemas.openxmlformats.org/drawingml/2006/main">
            <a:pPr>
              <a:defRPr sz="7200" b="1">
                <a:solidFill>
                  <a:srgbClr val="B20A58"/>
                </a:solidFill>
                <a:latin typeface="Helvetica Neue"/>
                <a:ea typeface="Helvetica Neue"/>
                <a:cs typeface="Helvetica Neue"/>
              </a:defRPr>
            </a:pPr>
            <a:r>
              <a:rPr sz="7200" b="1">
                <a:solidFill>
                  <a:srgbClr val="B20A58"/>
                </a:solidFill>
                <a:latin typeface="Helvetica Neue"/>
                <a:ea typeface="Helvetica Neue"/>
                <a:cs typeface="Helvetica Neue"/>
              </a:rPr>
              <a:t>27</a:t>
            </a:r>
          </a:p>
        </p:txBody>
      </p:sp>
      <p:sp>
        <p:nvSpPr>
          <p:cNvPr id="5" name="">
            <a:extLst xmlns:a="http://schemas.openxmlformats.org/drawingml/2006/main">
              <a:ext uri="{FF2B5EF4-FFF2-40B4-BE49-F238E27FC236}">
                <a16:creationId xmlns:a16="http://schemas.microsoft.com/office/drawing/2014/main" id="{8B32EBE5-DBCB-47BE-96C1-8854E61E4B07}"/>
              </a:ext>
            </a:extLst>
          </p:cNvPr>
          <p:cNvSpPr>
            <a:spLocks xmlns:a="http://schemas.openxmlformats.org/drawingml/2006/main" noGrp="1"/>
          </p:cNvSpPr>
          <p:nvPr/>
        </p:nvSpPr>
        <p:spPr>
          <a:xfrm xmlns:a="http://schemas.openxmlformats.org/drawingml/2006/main">
            <a:off x="742950" y="2914650"/>
            <a:ext cx="361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151D"/>
                </a:solidFill>
                <a:latin typeface="Helvetica Neue"/>
                <a:ea typeface="Helvetica Neue"/>
                <a:cs typeface="Helvetica Neue"/>
              </a:defRPr>
            </a:defPPr>
            <a:lvl1pPr>
              <a:defRPr sz="2250" b="1">
                <a:solidFill>
                  <a:srgbClr val="20151D"/>
                </a:solidFill>
                <a:latin typeface="Helvetica Neue"/>
                <a:ea typeface="Helvetica Neue"/>
                <a:cs typeface="Helvetica Neue"/>
              </a:defRPr>
            </a:lvl1pPr>
            <a:lvl2pPr>
              <a:defRPr sz="2250" b="1">
                <a:solidFill>
                  <a:srgbClr val="20151D"/>
                </a:solidFill>
                <a:latin typeface="Helvetica Neue"/>
                <a:ea typeface="Helvetica Neue"/>
                <a:cs typeface="Helvetica Neue"/>
              </a:defRPr>
            </a:lvl2pPr>
            <a:lvl3pPr>
              <a:defRPr sz="2250" b="1">
                <a:solidFill>
                  <a:srgbClr val="20151D"/>
                </a:solidFill>
                <a:latin typeface="Helvetica Neue"/>
                <a:ea typeface="Helvetica Neue"/>
                <a:cs typeface="Helvetica Neue"/>
              </a:defRPr>
            </a:lvl3pPr>
            <a:lvl4pPr>
              <a:defRPr sz="2250" b="1">
                <a:solidFill>
                  <a:srgbClr val="20151D"/>
                </a:solidFill>
                <a:latin typeface="Helvetica Neue"/>
                <a:ea typeface="Helvetica Neue"/>
                <a:cs typeface="Helvetica Neue"/>
              </a:defRPr>
            </a:lvl4pPr>
            <a:lvl5pPr>
              <a:defRPr sz="2250" b="1">
                <a:solidFill>
                  <a:srgbClr val="20151D"/>
                </a:solidFill>
                <a:latin typeface="Helvetica Neue"/>
                <a:ea typeface="Helvetica Neue"/>
                <a:cs typeface="Helvetica Neue"/>
              </a:defRPr>
            </a:lvl5pPr>
            <a:lvl6pPr>
              <a:defRPr sz="2250" b="1">
                <a:solidFill>
                  <a:srgbClr val="20151D"/>
                </a:solidFill>
                <a:latin typeface="Helvetica Neue"/>
                <a:ea typeface="Helvetica Neue"/>
                <a:cs typeface="Helvetica Neue"/>
              </a:defRPr>
            </a:lvl6pPr>
            <a:lvl7pPr>
              <a:defRPr sz="2250" b="1">
                <a:solidFill>
                  <a:srgbClr val="20151D"/>
                </a:solidFill>
                <a:latin typeface="Helvetica Neue"/>
                <a:ea typeface="Helvetica Neue"/>
                <a:cs typeface="Helvetica Neue"/>
              </a:defRPr>
            </a:lvl7pPr>
            <a:lvl8pPr>
              <a:defRPr sz="2250" b="1">
                <a:solidFill>
                  <a:srgbClr val="20151D"/>
                </a:solidFill>
                <a:latin typeface="Helvetica Neue"/>
                <a:ea typeface="Helvetica Neue"/>
                <a:cs typeface="Helvetica Neue"/>
              </a:defRPr>
            </a:lvl8pPr>
            <a:lvl9pPr>
              <a:defRPr sz="2250" b="1">
                <a:solidFill>
                  <a:srgbClr val="20151D"/>
                </a:solidFill>
                <a:latin typeface="Helvetica Neue"/>
                <a:ea typeface="Helvetica Neue"/>
                <a:cs typeface="Helvetica Neue"/>
              </a:defRPr>
            </a:lvl9pPr>
          </a:lstStyle>
          <a:p xmlns:a="http://schemas.openxmlformats.org/drawingml/2006/main">
            <a:pPr>
              <a:defRPr sz="2250" b="1">
                <a:solidFill>
                  <a:srgbClr val="20151D"/>
                </a:solidFill>
                <a:latin typeface="Helvetica Neue"/>
                <a:ea typeface="Helvetica Neue"/>
                <a:cs typeface="Helvetica Neue"/>
              </a:defRPr>
            </a:pPr>
            <a:r>
              <a:rPr sz="2250" b="1">
                <a:solidFill>
                  <a:srgbClr val="20151D"/>
                </a:solidFill>
                <a:latin typeface="Helvetica Neue"/>
                <a:ea typeface="Helvetica Neue"/>
                <a:cs typeface="Helvetica Neue"/>
              </a:rPr>
              <a:t>Python checks passed</a:t>
            </a:r>
          </a:p>
        </p:txBody>
      </p:sp>
      <p:sp>
        <p:nvSpPr>
          <p:cNvPr id="6" name="">
            <a:extLst xmlns:a="http://schemas.openxmlformats.org/drawingml/2006/main">
              <a:ext uri="{FF2B5EF4-FFF2-40B4-BE49-F238E27FC236}">
                <a16:creationId xmlns:a16="http://schemas.microsoft.com/office/drawing/2014/main" id="{D07106A9-D1FA-426C-A485-3C9043E6EB10}"/>
              </a:ext>
            </a:extLst>
          </p:cNvPr>
          <p:cNvSpPr>
            <a:spLocks xmlns:a="http://schemas.openxmlformats.org/drawingml/2006/main" noGrp="1"/>
          </p:cNvSpPr>
          <p:nvPr/>
        </p:nvSpPr>
        <p:spPr>
          <a:xfrm xmlns:a="http://schemas.openxmlformats.org/drawingml/2006/main">
            <a:off x="742950" y="3876675"/>
            <a:ext cx="381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0151D"/>
                </a:solidFill>
                <a:latin typeface="Helvetica Neue"/>
                <a:ea typeface="Helvetica Neue"/>
                <a:cs typeface="Helvetica Neue"/>
              </a:defRPr>
            </a:defPPr>
            <a:lvl1pPr>
              <a:defRPr sz="2100" b="0">
                <a:solidFill>
                  <a:srgbClr val="20151D"/>
                </a:solidFill>
                <a:latin typeface="Helvetica Neue"/>
                <a:ea typeface="Helvetica Neue"/>
                <a:cs typeface="Helvetica Neue"/>
              </a:defRPr>
            </a:lvl1pPr>
            <a:lvl2pPr>
              <a:defRPr sz="2100" b="0">
                <a:solidFill>
                  <a:srgbClr val="20151D"/>
                </a:solidFill>
                <a:latin typeface="Helvetica Neue"/>
                <a:ea typeface="Helvetica Neue"/>
                <a:cs typeface="Helvetica Neue"/>
              </a:defRPr>
            </a:lvl2pPr>
            <a:lvl3pPr>
              <a:defRPr sz="2100" b="0">
                <a:solidFill>
                  <a:srgbClr val="20151D"/>
                </a:solidFill>
                <a:latin typeface="Helvetica Neue"/>
                <a:ea typeface="Helvetica Neue"/>
                <a:cs typeface="Helvetica Neue"/>
              </a:defRPr>
            </a:lvl3pPr>
            <a:lvl4pPr>
              <a:defRPr sz="2100" b="0">
                <a:solidFill>
                  <a:srgbClr val="20151D"/>
                </a:solidFill>
                <a:latin typeface="Helvetica Neue"/>
                <a:ea typeface="Helvetica Neue"/>
                <a:cs typeface="Helvetica Neue"/>
              </a:defRPr>
            </a:lvl4pPr>
            <a:lvl5pPr>
              <a:defRPr sz="2100" b="0">
                <a:solidFill>
                  <a:srgbClr val="20151D"/>
                </a:solidFill>
                <a:latin typeface="Helvetica Neue"/>
                <a:ea typeface="Helvetica Neue"/>
                <a:cs typeface="Helvetica Neue"/>
              </a:defRPr>
            </a:lvl5pPr>
            <a:lvl6pPr>
              <a:defRPr sz="2100" b="0">
                <a:solidFill>
                  <a:srgbClr val="20151D"/>
                </a:solidFill>
                <a:latin typeface="Helvetica Neue"/>
                <a:ea typeface="Helvetica Neue"/>
                <a:cs typeface="Helvetica Neue"/>
              </a:defRPr>
            </a:lvl6pPr>
            <a:lvl7pPr>
              <a:defRPr sz="2100" b="0">
                <a:solidFill>
                  <a:srgbClr val="20151D"/>
                </a:solidFill>
                <a:latin typeface="Helvetica Neue"/>
                <a:ea typeface="Helvetica Neue"/>
                <a:cs typeface="Helvetica Neue"/>
              </a:defRPr>
            </a:lvl7pPr>
            <a:lvl8pPr>
              <a:defRPr sz="2100" b="0">
                <a:solidFill>
                  <a:srgbClr val="20151D"/>
                </a:solidFill>
                <a:latin typeface="Helvetica Neue"/>
                <a:ea typeface="Helvetica Neue"/>
                <a:cs typeface="Helvetica Neue"/>
              </a:defRPr>
            </a:lvl8pPr>
            <a:lvl9pPr>
              <a:defRPr sz="2100" b="0">
                <a:solidFill>
                  <a:srgbClr val="20151D"/>
                </a:solidFill>
                <a:latin typeface="Helvetica Neue"/>
                <a:ea typeface="Helvetica Neue"/>
                <a:cs typeface="Helvetica Neue"/>
              </a:defRPr>
            </a:lvl9pPr>
          </a:lstStyle>
          <a:p xmlns:a="http://schemas.openxmlformats.org/drawingml/2006/main">
            <a:pPr>
              <a:defRPr sz="2100" b="0">
                <a:solidFill>
                  <a:srgbClr val="20151D"/>
                </a:solidFill>
                <a:latin typeface="Helvetica Neue"/>
                <a:ea typeface="Helvetica Neue"/>
                <a:cs typeface="Helvetica Neue"/>
              </a:defRPr>
            </a:pPr>
            <a:r>
              <a:rPr sz="2100" b="0">
                <a:solidFill>
                  <a:srgbClr val="20151D"/>
                </a:solidFill>
                <a:latin typeface="Helvetica Neue"/>
                <a:ea typeface="Helvetica Neue"/>
                <a:cs typeface="Helvetica Neue"/>
              </a:rPr>
              <a:t>Desktop and mobile browser</a:t>
            </a:r>
          </a:p>
          <a:p xmlns:a="http://schemas.openxmlformats.org/drawingml/2006/main">
            <a:pPr>
              <a:defRPr sz="2100" b="0">
                <a:solidFill>
                  <a:srgbClr val="20151D"/>
                </a:solidFill>
                <a:latin typeface="Helvetica Neue"/>
                <a:ea typeface="Helvetica Neue"/>
                <a:cs typeface="Helvetica Neue"/>
              </a:defRPr>
            </a:pPr>
            <a:r>
              <a:rPr sz="2100" b="0">
                <a:solidFill>
                  <a:srgbClr val="20151D"/>
                </a:solidFill>
                <a:latin typeface="Helvetica Neue"/>
                <a:ea typeface="Helvetica Neue"/>
                <a:cs typeface="Helvetica Neue"/>
              </a:rPr>
              <a:t>contract checks passed</a:t>
            </a:r>
          </a:p>
        </p:txBody>
      </p:sp>
      <p:sp>
        <p:nvSpPr>
          <p:cNvPr id="7" name="">
            <a:extLst xmlns:a="http://schemas.openxmlformats.org/drawingml/2006/main">
              <a:ext uri="{FF2B5EF4-FFF2-40B4-BE49-F238E27FC236}">
                <a16:creationId xmlns:a16="http://schemas.microsoft.com/office/drawing/2014/main" id="{CB46FC0E-4B23-47B3-950F-840B5893625F}"/>
              </a:ext>
            </a:extLst>
          </p:cNvPr>
          <p:cNvSpPr>
            <a:spLocks xmlns:a="http://schemas.openxmlformats.org/drawingml/2006/main" noGrp="1"/>
          </p:cNvSpPr>
          <p:nvPr/>
        </p:nvSpPr>
        <p:spPr>
          <a:xfrm xmlns:a="http://schemas.openxmlformats.org/drawingml/2006/main">
            <a:off x="742950" y="5067300"/>
            <a:ext cx="4000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6D626B"/>
                </a:solidFill>
                <a:latin typeface="Helvetica Neue"/>
                <a:ea typeface="Helvetica Neue"/>
                <a:cs typeface="Helvetica Neue"/>
              </a:defRPr>
            </a:defPPr>
            <a:lvl1pPr>
              <a:defRPr sz="1950" b="0">
                <a:solidFill>
                  <a:srgbClr val="6D626B"/>
                </a:solidFill>
                <a:latin typeface="Helvetica Neue"/>
                <a:ea typeface="Helvetica Neue"/>
                <a:cs typeface="Helvetica Neue"/>
              </a:defRPr>
            </a:lvl1pPr>
            <a:lvl2pPr>
              <a:defRPr sz="1950" b="0">
                <a:solidFill>
                  <a:srgbClr val="6D626B"/>
                </a:solidFill>
                <a:latin typeface="Helvetica Neue"/>
                <a:ea typeface="Helvetica Neue"/>
                <a:cs typeface="Helvetica Neue"/>
              </a:defRPr>
            </a:lvl2pPr>
            <a:lvl3pPr>
              <a:defRPr sz="1950" b="0">
                <a:solidFill>
                  <a:srgbClr val="6D626B"/>
                </a:solidFill>
                <a:latin typeface="Helvetica Neue"/>
                <a:ea typeface="Helvetica Neue"/>
                <a:cs typeface="Helvetica Neue"/>
              </a:defRPr>
            </a:lvl3pPr>
            <a:lvl4pPr>
              <a:defRPr sz="1950" b="0">
                <a:solidFill>
                  <a:srgbClr val="6D626B"/>
                </a:solidFill>
                <a:latin typeface="Helvetica Neue"/>
                <a:ea typeface="Helvetica Neue"/>
                <a:cs typeface="Helvetica Neue"/>
              </a:defRPr>
            </a:lvl4pPr>
            <a:lvl5pPr>
              <a:defRPr sz="1950" b="0">
                <a:solidFill>
                  <a:srgbClr val="6D626B"/>
                </a:solidFill>
                <a:latin typeface="Helvetica Neue"/>
                <a:ea typeface="Helvetica Neue"/>
                <a:cs typeface="Helvetica Neue"/>
              </a:defRPr>
            </a:lvl5pPr>
            <a:lvl6pPr>
              <a:defRPr sz="1950" b="0">
                <a:solidFill>
                  <a:srgbClr val="6D626B"/>
                </a:solidFill>
                <a:latin typeface="Helvetica Neue"/>
                <a:ea typeface="Helvetica Neue"/>
                <a:cs typeface="Helvetica Neue"/>
              </a:defRPr>
            </a:lvl6pPr>
            <a:lvl7pPr>
              <a:defRPr sz="1950" b="0">
                <a:solidFill>
                  <a:srgbClr val="6D626B"/>
                </a:solidFill>
                <a:latin typeface="Helvetica Neue"/>
                <a:ea typeface="Helvetica Neue"/>
                <a:cs typeface="Helvetica Neue"/>
              </a:defRPr>
            </a:lvl7pPr>
            <a:lvl8pPr>
              <a:defRPr sz="1950" b="0">
                <a:solidFill>
                  <a:srgbClr val="6D626B"/>
                </a:solidFill>
                <a:latin typeface="Helvetica Neue"/>
                <a:ea typeface="Helvetica Neue"/>
                <a:cs typeface="Helvetica Neue"/>
              </a:defRPr>
            </a:lvl8pPr>
            <a:lvl9pPr>
              <a:defRPr sz="1950" b="0">
                <a:solidFill>
                  <a:srgbClr val="6D626B"/>
                </a:solidFill>
                <a:latin typeface="Helvetica Neue"/>
                <a:ea typeface="Helvetica Neue"/>
                <a:cs typeface="Helvetica Neue"/>
              </a:defRPr>
            </a:lvl9pPr>
          </a:lstStyle>
          <a:p xmlns:a="http://schemas.openxmlformats.org/drawingml/2006/main">
            <a:pPr>
              <a:defRPr sz="1950" b="0">
                <a:solidFill>
                  <a:srgbClr val="6D626B"/>
                </a:solidFill>
                <a:latin typeface="Helvetica Neue"/>
                <a:ea typeface="Helvetica Neue"/>
                <a:cs typeface="Helvetica Neue"/>
              </a:defRPr>
            </a:pPr>
            <a:r>
              <a:rPr sz="1950" b="0">
                <a:solidFill>
                  <a:srgbClr val="6D626B"/>
                </a:solidFill>
                <a:latin typeface="Helvetica Neue"/>
                <a:ea typeface="Helvetica Neue"/>
                <a:cs typeface="Helvetica Neue"/>
              </a:rPr>
              <a:t>Real local HTTP smoke:</a:t>
            </a:r>
          </a:p>
          <a:p xmlns:a="http://schemas.openxmlformats.org/drawingml/2006/main">
            <a:pPr>
              <a:defRPr sz="1950" b="0">
                <a:solidFill>
                  <a:srgbClr val="6D626B"/>
                </a:solidFill>
                <a:latin typeface="Helvetica Neue"/>
                <a:ea typeface="Helvetica Neue"/>
                <a:cs typeface="Helvetica Neue"/>
              </a:defRPr>
            </a:pPr>
            <a:r>
              <a:rPr sz="1950" b="0">
                <a:solidFill>
                  <a:srgbClr val="6D626B"/>
                </a:solidFill>
                <a:latin typeface="Helvetica Neue"/>
                <a:ea typeface="Helvetica Neue"/>
                <a:cs typeface="Helvetica Neue"/>
              </a:rPr>
              <a:t>67.47 s positive / 17.22 s negative</a:t>
            </a:r>
          </a:p>
        </p:txBody>
      </p:sp>
      <p:sp>
        <p:nvSpPr>
          <p:cNvPr id="8" name="">
            <a:extLst xmlns:a="http://schemas.openxmlformats.org/drawingml/2006/main">
              <a:ext uri="{FF2B5EF4-FFF2-40B4-BE49-F238E27FC236}">
                <a16:creationId xmlns:a16="http://schemas.microsoft.com/office/drawing/2014/main" id="{CA9DA40E-6104-49C0-82CB-31DFFB15F336}"/>
              </a:ext>
            </a:extLst>
          </p:cNvPr>
          <p:cNvSpPr>
            <a:spLocks xmlns:a="http://schemas.openxmlformats.org/drawingml/2006/main" noGrp="1"/>
          </p:cNvSpPr>
          <p:nvPr/>
        </p:nvSpPr>
        <p:spPr>
          <a:xfrm xmlns:a="http://schemas.openxmlformats.org/drawingml/2006/main">
            <a:off x="5334000" y="1809750"/>
            <a:ext cx="614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0151D"/>
                </a:solidFill>
                <a:latin typeface="Helvetica Neue"/>
                <a:ea typeface="Helvetica Neue"/>
                <a:cs typeface="Helvetica Neue"/>
              </a:defRPr>
            </a:defPPr>
            <a:lvl1pPr>
              <a:defRPr sz="2175" b="1">
                <a:solidFill>
                  <a:srgbClr val="20151D"/>
                </a:solidFill>
                <a:latin typeface="Helvetica Neue"/>
                <a:ea typeface="Helvetica Neue"/>
                <a:cs typeface="Helvetica Neue"/>
              </a:defRPr>
            </a:lvl1pPr>
            <a:lvl2pPr>
              <a:defRPr sz="2175" b="1">
                <a:solidFill>
                  <a:srgbClr val="20151D"/>
                </a:solidFill>
                <a:latin typeface="Helvetica Neue"/>
                <a:ea typeface="Helvetica Neue"/>
                <a:cs typeface="Helvetica Neue"/>
              </a:defRPr>
            </a:lvl2pPr>
            <a:lvl3pPr>
              <a:defRPr sz="2175" b="1">
                <a:solidFill>
                  <a:srgbClr val="20151D"/>
                </a:solidFill>
                <a:latin typeface="Helvetica Neue"/>
                <a:ea typeface="Helvetica Neue"/>
                <a:cs typeface="Helvetica Neue"/>
              </a:defRPr>
            </a:lvl3pPr>
            <a:lvl4pPr>
              <a:defRPr sz="2175" b="1">
                <a:solidFill>
                  <a:srgbClr val="20151D"/>
                </a:solidFill>
                <a:latin typeface="Helvetica Neue"/>
                <a:ea typeface="Helvetica Neue"/>
                <a:cs typeface="Helvetica Neue"/>
              </a:defRPr>
            </a:lvl4pPr>
            <a:lvl5pPr>
              <a:defRPr sz="2175" b="1">
                <a:solidFill>
                  <a:srgbClr val="20151D"/>
                </a:solidFill>
                <a:latin typeface="Helvetica Neue"/>
                <a:ea typeface="Helvetica Neue"/>
                <a:cs typeface="Helvetica Neue"/>
              </a:defRPr>
            </a:lvl5pPr>
            <a:lvl6pPr>
              <a:defRPr sz="2175" b="1">
                <a:solidFill>
                  <a:srgbClr val="20151D"/>
                </a:solidFill>
                <a:latin typeface="Helvetica Neue"/>
                <a:ea typeface="Helvetica Neue"/>
                <a:cs typeface="Helvetica Neue"/>
              </a:defRPr>
            </a:lvl6pPr>
            <a:lvl7pPr>
              <a:defRPr sz="2175" b="1">
                <a:solidFill>
                  <a:srgbClr val="20151D"/>
                </a:solidFill>
                <a:latin typeface="Helvetica Neue"/>
                <a:ea typeface="Helvetica Neue"/>
                <a:cs typeface="Helvetica Neue"/>
              </a:defRPr>
            </a:lvl7pPr>
            <a:lvl8pPr>
              <a:defRPr sz="2175" b="1">
                <a:solidFill>
                  <a:srgbClr val="20151D"/>
                </a:solidFill>
                <a:latin typeface="Helvetica Neue"/>
                <a:ea typeface="Helvetica Neue"/>
                <a:cs typeface="Helvetica Neue"/>
              </a:defRPr>
            </a:lvl8pPr>
            <a:lvl9pPr>
              <a:defRPr sz="2175" b="1">
                <a:solidFill>
                  <a:srgbClr val="20151D"/>
                </a:solidFill>
                <a:latin typeface="Helvetica Neue"/>
                <a:ea typeface="Helvetica Neue"/>
                <a:cs typeface="Helvetica Neue"/>
              </a:defRPr>
            </a:lvl9pPr>
          </a:lstStyle>
          <a:p xmlns:a="http://schemas.openxmlformats.org/drawingml/2006/main">
            <a:pPr>
              <a:defRPr sz="2175" b="1">
                <a:solidFill>
                  <a:srgbClr val="20151D"/>
                </a:solidFill>
                <a:latin typeface="Helvetica Neue"/>
                <a:ea typeface="Helvetica Neue"/>
                <a:cs typeface="Helvetica Neue"/>
              </a:defRPr>
            </a:pPr>
            <a:r>
              <a:rPr sz="2175" b="1">
                <a:solidFill>
                  <a:srgbClr val="20151D"/>
                </a:solidFill>
                <a:latin typeface="Helvetica Neue"/>
                <a:ea typeface="Helvetica Neue"/>
                <a:cs typeface="Helvetica Neue"/>
              </a:rPr>
              <a:t>Bounded work</a:t>
            </a:r>
          </a:p>
        </p:txBody>
      </p:sp>
      <p:sp>
        <p:nvSpPr>
          <p:cNvPr id="9" name="">
            <a:extLst xmlns:a="http://schemas.openxmlformats.org/drawingml/2006/main">
              <a:ext uri="{FF2B5EF4-FFF2-40B4-BE49-F238E27FC236}">
                <a16:creationId xmlns:a16="http://schemas.microsoft.com/office/drawing/2014/main" id="{541B4936-7EC3-4660-8F17-CE216265AB82}"/>
              </a:ext>
            </a:extLst>
          </p:cNvPr>
          <p:cNvSpPr>
            <a:spLocks xmlns:a="http://schemas.openxmlformats.org/drawingml/2006/main" noGrp="1"/>
          </p:cNvSpPr>
          <p:nvPr/>
        </p:nvSpPr>
        <p:spPr>
          <a:xfrm xmlns:a="http://schemas.openxmlformats.org/drawingml/2006/main">
            <a:off x="5334000" y="2209800"/>
            <a:ext cx="614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6D626B"/>
                </a:solidFill>
                <a:latin typeface="Helvetica Neue"/>
                <a:ea typeface="Helvetica Neue"/>
                <a:cs typeface="Helvetica Neue"/>
              </a:defRPr>
            </a:defPPr>
            <a:lvl1pPr>
              <a:defRPr sz="1875" b="0">
                <a:solidFill>
                  <a:srgbClr val="6D626B"/>
                </a:solidFill>
                <a:latin typeface="Helvetica Neue"/>
                <a:ea typeface="Helvetica Neue"/>
                <a:cs typeface="Helvetica Neue"/>
              </a:defRPr>
            </a:lvl1pPr>
            <a:lvl2pPr>
              <a:defRPr sz="1875" b="0">
                <a:solidFill>
                  <a:srgbClr val="6D626B"/>
                </a:solidFill>
                <a:latin typeface="Helvetica Neue"/>
                <a:ea typeface="Helvetica Neue"/>
                <a:cs typeface="Helvetica Neue"/>
              </a:defRPr>
            </a:lvl2pPr>
            <a:lvl3pPr>
              <a:defRPr sz="1875" b="0">
                <a:solidFill>
                  <a:srgbClr val="6D626B"/>
                </a:solidFill>
                <a:latin typeface="Helvetica Neue"/>
                <a:ea typeface="Helvetica Neue"/>
                <a:cs typeface="Helvetica Neue"/>
              </a:defRPr>
            </a:lvl3pPr>
            <a:lvl4pPr>
              <a:defRPr sz="1875" b="0">
                <a:solidFill>
                  <a:srgbClr val="6D626B"/>
                </a:solidFill>
                <a:latin typeface="Helvetica Neue"/>
                <a:ea typeface="Helvetica Neue"/>
                <a:cs typeface="Helvetica Neue"/>
              </a:defRPr>
            </a:lvl4pPr>
            <a:lvl5pPr>
              <a:defRPr sz="1875" b="0">
                <a:solidFill>
                  <a:srgbClr val="6D626B"/>
                </a:solidFill>
                <a:latin typeface="Helvetica Neue"/>
                <a:ea typeface="Helvetica Neue"/>
                <a:cs typeface="Helvetica Neue"/>
              </a:defRPr>
            </a:lvl5pPr>
            <a:lvl6pPr>
              <a:defRPr sz="1875" b="0">
                <a:solidFill>
                  <a:srgbClr val="6D626B"/>
                </a:solidFill>
                <a:latin typeface="Helvetica Neue"/>
                <a:ea typeface="Helvetica Neue"/>
                <a:cs typeface="Helvetica Neue"/>
              </a:defRPr>
            </a:lvl6pPr>
            <a:lvl7pPr>
              <a:defRPr sz="1875" b="0">
                <a:solidFill>
                  <a:srgbClr val="6D626B"/>
                </a:solidFill>
                <a:latin typeface="Helvetica Neue"/>
                <a:ea typeface="Helvetica Neue"/>
                <a:cs typeface="Helvetica Neue"/>
              </a:defRPr>
            </a:lvl7pPr>
            <a:lvl8pPr>
              <a:defRPr sz="1875" b="0">
                <a:solidFill>
                  <a:srgbClr val="6D626B"/>
                </a:solidFill>
                <a:latin typeface="Helvetica Neue"/>
                <a:ea typeface="Helvetica Neue"/>
                <a:cs typeface="Helvetica Neue"/>
              </a:defRPr>
            </a:lvl8pPr>
            <a:lvl9pPr>
              <a:defRPr sz="1875" b="0">
                <a:solidFill>
                  <a:srgbClr val="6D626B"/>
                </a:solidFill>
                <a:latin typeface="Helvetica Neue"/>
                <a:ea typeface="Helvetica Neue"/>
                <a:cs typeface="Helvetica Neue"/>
              </a:defRPr>
            </a:lvl9pPr>
          </a:lstStyle>
          <a:p xmlns:a="http://schemas.openxmlformats.org/drawingml/2006/main">
            <a:pPr>
              <a:defRPr sz="1875" b="0">
                <a:solidFill>
                  <a:srgbClr val="6D626B"/>
                </a:solidFill>
                <a:latin typeface="Helvetica Neue"/>
                <a:ea typeface="Helvetica Neue"/>
                <a:cs typeface="Helvetica Neue"/>
              </a:defRPr>
            </a:pPr>
            <a:r>
              <a:rPr sz="1875" b="0">
                <a:solidFill>
                  <a:srgbClr val="6D626B"/>
                </a:solidFill>
                <a:latin typeface="Helvetica Neue"/>
                <a:ea typeface="Helvetica Neue"/>
                <a:cs typeface="Helvetica Neue"/>
              </a:rPr>
              <a:t>MOV, size/duration limits and one accepted job at a time</a:t>
            </a:r>
          </a:p>
        </p:txBody>
      </p:sp>
      <p:sp>
        <p:nvSpPr>
          <p:cNvPr id="10" name="">
            <a:extLst xmlns:a="http://schemas.openxmlformats.org/drawingml/2006/main">
              <a:ext uri="{FF2B5EF4-FFF2-40B4-BE49-F238E27FC236}">
                <a16:creationId xmlns:a16="http://schemas.microsoft.com/office/drawing/2014/main" id="{8D694AA3-90A1-4A40-A180-B2E4DA289745}"/>
              </a:ext>
            </a:extLst>
          </p:cNvPr>
          <p:cNvSpPr>
            <a:spLocks xmlns:a="http://schemas.openxmlformats.org/drawingml/2006/main" noGrp="1"/>
          </p:cNvSpPr>
          <p:nvPr/>
        </p:nvSpPr>
        <p:spPr>
          <a:xfrm xmlns:a="http://schemas.openxmlformats.org/drawingml/2006/main">
            <a:off x="5334000" y="2876550"/>
            <a:ext cx="614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0151D"/>
                </a:solidFill>
                <a:latin typeface="Helvetica Neue"/>
                <a:ea typeface="Helvetica Neue"/>
                <a:cs typeface="Helvetica Neue"/>
              </a:defRPr>
            </a:defPPr>
            <a:lvl1pPr>
              <a:defRPr sz="2175" b="1">
                <a:solidFill>
                  <a:srgbClr val="20151D"/>
                </a:solidFill>
                <a:latin typeface="Helvetica Neue"/>
                <a:ea typeface="Helvetica Neue"/>
                <a:cs typeface="Helvetica Neue"/>
              </a:defRPr>
            </a:lvl1pPr>
            <a:lvl2pPr>
              <a:defRPr sz="2175" b="1">
                <a:solidFill>
                  <a:srgbClr val="20151D"/>
                </a:solidFill>
                <a:latin typeface="Helvetica Neue"/>
                <a:ea typeface="Helvetica Neue"/>
                <a:cs typeface="Helvetica Neue"/>
              </a:defRPr>
            </a:lvl2pPr>
            <a:lvl3pPr>
              <a:defRPr sz="2175" b="1">
                <a:solidFill>
                  <a:srgbClr val="20151D"/>
                </a:solidFill>
                <a:latin typeface="Helvetica Neue"/>
                <a:ea typeface="Helvetica Neue"/>
                <a:cs typeface="Helvetica Neue"/>
              </a:defRPr>
            </a:lvl3pPr>
            <a:lvl4pPr>
              <a:defRPr sz="2175" b="1">
                <a:solidFill>
                  <a:srgbClr val="20151D"/>
                </a:solidFill>
                <a:latin typeface="Helvetica Neue"/>
                <a:ea typeface="Helvetica Neue"/>
                <a:cs typeface="Helvetica Neue"/>
              </a:defRPr>
            </a:lvl4pPr>
            <a:lvl5pPr>
              <a:defRPr sz="2175" b="1">
                <a:solidFill>
                  <a:srgbClr val="20151D"/>
                </a:solidFill>
                <a:latin typeface="Helvetica Neue"/>
                <a:ea typeface="Helvetica Neue"/>
                <a:cs typeface="Helvetica Neue"/>
              </a:defRPr>
            </a:lvl5pPr>
            <a:lvl6pPr>
              <a:defRPr sz="2175" b="1">
                <a:solidFill>
                  <a:srgbClr val="20151D"/>
                </a:solidFill>
                <a:latin typeface="Helvetica Neue"/>
                <a:ea typeface="Helvetica Neue"/>
                <a:cs typeface="Helvetica Neue"/>
              </a:defRPr>
            </a:lvl6pPr>
            <a:lvl7pPr>
              <a:defRPr sz="2175" b="1">
                <a:solidFill>
                  <a:srgbClr val="20151D"/>
                </a:solidFill>
                <a:latin typeface="Helvetica Neue"/>
                <a:ea typeface="Helvetica Neue"/>
                <a:cs typeface="Helvetica Neue"/>
              </a:defRPr>
            </a:lvl7pPr>
            <a:lvl8pPr>
              <a:defRPr sz="2175" b="1">
                <a:solidFill>
                  <a:srgbClr val="20151D"/>
                </a:solidFill>
                <a:latin typeface="Helvetica Neue"/>
                <a:ea typeface="Helvetica Neue"/>
                <a:cs typeface="Helvetica Neue"/>
              </a:defRPr>
            </a:lvl8pPr>
            <a:lvl9pPr>
              <a:defRPr sz="2175" b="1">
                <a:solidFill>
                  <a:srgbClr val="20151D"/>
                </a:solidFill>
                <a:latin typeface="Helvetica Neue"/>
                <a:ea typeface="Helvetica Neue"/>
                <a:cs typeface="Helvetica Neue"/>
              </a:defRPr>
            </a:lvl9pPr>
          </a:lstStyle>
          <a:p xmlns:a="http://schemas.openxmlformats.org/drawingml/2006/main">
            <a:pPr>
              <a:defRPr sz="2175" b="1">
                <a:solidFill>
                  <a:srgbClr val="20151D"/>
                </a:solidFill>
                <a:latin typeface="Helvetica Neue"/>
                <a:ea typeface="Helvetica Neue"/>
                <a:cs typeface="Helvetica Neue"/>
              </a:defRPr>
            </a:pPr>
            <a:r>
              <a:rPr sz="2175" b="1">
                <a:solidFill>
                  <a:srgbClr val="20151D"/>
                </a:solidFill>
                <a:latin typeface="Helvetica Neue"/>
                <a:ea typeface="Helvetica Neue"/>
                <a:cs typeface="Helvetica Neue"/>
              </a:rPr>
              <a:t>Failure stays a failure</a:t>
            </a:r>
          </a:p>
        </p:txBody>
      </p:sp>
      <p:sp>
        <p:nvSpPr>
          <p:cNvPr id="11" name="">
            <a:extLst xmlns:a="http://schemas.openxmlformats.org/drawingml/2006/main">
              <a:ext uri="{FF2B5EF4-FFF2-40B4-BE49-F238E27FC236}">
                <a16:creationId xmlns:a16="http://schemas.microsoft.com/office/drawing/2014/main" id="{9E435BC0-42C0-431F-BAEC-F50416C042EF}"/>
              </a:ext>
            </a:extLst>
          </p:cNvPr>
          <p:cNvSpPr>
            <a:spLocks xmlns:a="http://schemas.openxmlformats.org/drawingml/2006/main" noGrp="1"/>
          </p:cNvSpPr>
          <p:nvPr/>
        </p:nvSpPr>
        <p:spPr>
          <a:xfrm xmlns:a="http://schemas.openxmlformats.org/drawingml/2006/main">
            <a:off x="5334000" y="3276600"/>
            <a:ext cx="614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6D626B"/>
                </a:solidFill>
                <a:latin typeface="Helvetica Neue"/>
                <a:ea typeface="Helvetica Neue"/>
                <a:cs typeface="Helvetica Neue"/>
              </a:defRPr>
            </a:defPPr>
            <a:lvl1pPr>
              <a:defRPr sz="1875" b="0">
                <a:solidFill>
                  <a:srgbClr val="6D626B"/>
                </a:solidFill>
                <a:latin typeface="Helvetica Neue"/>
                <a:ea typeface="Helvetica Neue"/>
                <a:cs typeface="Helvetica Neue"/>
              </a:defRPr>
            </a:lvl1pPr>
            <a:lvl2pPr>
              <a:defRPr sz="1875" b="0">
                <a:solidFill>
                  <a:srgbClr val="6D626B"/>
                </a:solidFill>
                <a:latin typeface="Helvetica Neue"/>
                <a:ea typeface="Helvetica Neue"/>
                <a:cs typeface="Helvetica Neue"/>
              </a:defRPr>
            </a:lvl2pPr>
            <a:lvl3pPr>
              <a:defRPr sz="1875" b="0">
                <a:solidFill>
                  <a:srgbClr val="6D626B"/>
                </a:solidFill>
                <a:latin typeface="Helvetica Neue"/>
                <a:ea typeface="Helvetica Neue"/>
                <a:cs typeface="Helvetica Neue"/>
              </a:defRPr>
            </a:lvl3pPr>
            <a:lvl4pPr>
              <a:defRPr sz="1875" b="0">
                <a:solidFill>
                  <a:srgbClr val="6D626B"/>
                </a:solidFill>
                <a:latin typeface="Helvetica Neue"/>
                <a:ea typeface="Helvetica Neue"/>
                <a:cs typeface="Helvetica Neue"/>
              </a:defRPr>
            </a:lvl4pPr>
            <a:lvl5pPr>
              <a:defRPr sz="1875" b="0">
                <a:solidFill>
                  <a:srgbClr val="6D626B"/>
                </a:solidFill>
                <a:latin typeface="Helvetica Neue"/>
                <a:ea typeface="Helvetica Neue"/>
                <a:cs typeface="Helvetica Neue"/>
              </a:defRPr>
            </a:lvl5pPr>
            <a:lvl6pPr>
              <a:defRPr sz="1875" b="0">
                <a:solidFill>
                  <a:srgbClr val="6D626B"/>
                </a:solidFill>
                <a:latin typeface="Helvetica Neue"/>
                <a:ea typeface="Helvetica Neue"/>
                <a:cs typeface="Helvetica Neue"/>
              </a:defRPr>
            </a:lvl6pPr>
            <a:lvl7pPr>
              <a:defRPr sz="1875" b="0">
                <a:solidFill>
                  <a:srgbClr val="6D626B"/>
                </a:solidFill>
                <a:latin typeface="Helvetica Neue"/>
                <a:ea typeface="Helvetica Neue"/>
                <a:cs typeface="Helvetica Neue"/>
              </a:defRPr>
            </a:lvl7pPr>
            <a:lvl8pPr>
              <a:defRPr sz="1875" b="0">
                <a:solidFill>
                  <a:srgbClr val="6D626B"/>
                </a:solidFill>
                <a:latin typeface="Helvetica Neue"/>
                <a:ea typeface="Helvetica Neue"/>
                <a:cs typeface="Helvetica Neue"/>
              </a:defRPr>
            </a:lvl8pPr>
            <a:lvl9pPr>
              <a:defRPr sz="1875" b="0">
                <a:solidFill>
                  <a:srgbClr val="6D626B"/>
                </a:solidFill>
                <a:latin typeface="Helvetica Neue"/>
                <a:ea typeface="Helvetica Neue"/>
                <a:cs typeface="Helvetica Neue"/>
              </a:defRPr>
            </a:lvl9pPr>
          </a:lstStyle>
          <a:p xmlns:a="http://schemas.openxmlformats.org/drawingml/2006/main">
            <a:pPr>
              <a:defRPr sz="1875" b="0">
                <a:solidFill>
                  <a:srgbClr val="6D626B"/>
                </a:solidFill>
                <a:latin typeface="Helvetica Neue"/>
                <a:ea typeface="Helvetica Neue"/>
                <a:cs typeface="Helvetica Neue"/>
              </a:defRPr>
            </a:pPr>
            <a:r>
              <a:rPr sz="1875" b="0">
                <a:solidFill>
                  <a:srgbClr val="6D626B"/>
                </a:solidFill>
                <a:latin typeface="Helvetica Neue"/>
                <a:ea typeface="Helvetica Neue"/>
                <a:cs typeface="Helvetica Neue"/>
              </a:rPr>
              <a:t>270-second watchdog, worker reset and restart recovery</a:t>
            </a:r>
          </a:p>
        </p:txBody>
      </p:sp>
      <p:sp>
        <p:nvSpPr>
          <p:cNvPr id="12" name="">
            <a:extLst xmlns:a="http://schemas.openxmlformats.org/drawingml/2006/main">
              <a:ext uri="{FF2B5EF4-FFF2-40B4-BE49-F238E27FC236}">
                <a16:creationId xmlns:a16="http://schemas.microsoft.com/office/drawing/2014/main" id="{293DDA9C-101F-40B9-8FB1-EFFEFC0448EF}"/>
              </a:ext>
            </a:extLst>
          </p:cNvPr>
          <p:cNvSpPr>
            <a:spLocks xmlns:a="http://schemas.openxmlformats.org/drawingml/2006/main" noGrp="1"/>
          </p:cNvSpPr>
          <p:nvPr/>
        </p:nvSpPr>
        <p:spPr>
          <a:xfrm xmlns:a="http://schemas.openxmlformats.org/drawingml/2006/main">
            <a:off x="5334000" y="3943350"/>
            <a:ext cx="614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0151D"/>
                </a:solidFill>
                <a:latin typeface="Helvetica Neue"/>
                <a:ea typeface="Helvetica Neue"/>
                <a:cs typeface="Helvetica Neue"/>
              </a:defRPr>
            </a:defPPr>
            <a:lvl1pPr>
              <a:defRPr sz="2175" b="1">
                <a:solidFill>
                  <a:srgbClr val="20151D"/>
                </a:solidFill>
                <a:latin typeface="Helvetica Neue"/>
                <a:ea typeface="Helvetica Neue"/>
                <a:cs typeface="Helvetica Neue"/>
              </a:defRPr>
            </a:lvl1pPr>
            <a:lvl2pPr>
              <a:defRPr sz="2175" b="1">
                <a:solidFill>
                  <a:srgbClr val="20151D"/>
                </a:solidFill>
                <a:latin typeface="Helvetica Neue"/>
                <a:ea typeface="Helvetica Neue"/>
                <a:cs typeface="Helvetica Neue"/>
              </a:defRPr>
            </a:lvl2pPr>
            <a:lvl3pPr>
              <a:defRPr sz="2175" b="1">
                <a:solidFill>
                  <a:srgbClr val="20151D"/>
                </a:solidFill>
                <a:latin typeface="Helvetica Neue"/>
                <a:ea typeface="Helvetica Neue"/>
                <a:cs typeface="Helvetica Neue"/>
              </a:defRPr>
            </a:lvl3pPr>
            <a:lvl4pPr>
              <a:defRPr sz="2175" b="1">
                <a:solidFill>
                  <a:srgbClr val="20151D"/>
                </a:solidFill>
                <a:latin typeface="Helvetica Neue"/>
                <a:ea typeface="Helvetica Neue"/>
                <a:cs typeface="Helvetica Neue"/>
              </a:defRPr>
            </a:lvl4pPr>
            <a:lvl5pPr>
              <a:defRPr sz="2175" b="1">
                <a:solidFill>
                  <a:srgbClr val="20151D"/>
                </a:solidFill>
                <a:latin typeface="Helvetica Neue"/>
                <a:ea typeface="Helvetica Neue"/>
                <a:cs typeface="Helvetica Neue"/>
              </a:defRPr>
            </a:lvl5pPr>
            <a:lvl6pPr>
              <a:defRPr sz="2175" b="1">
                <a:solidFill>
                  <a:srgbClr val="20151D"/>
                </a:solidFill>
                <a:latin typeface="Helvetica Neue"/>
                <a:ea typeface="Helvetica Neue"/>
                <a:cs typeface="Helvetica Neue"/>
              </a:defRPr>
            </a:lvl6pPr>
            <a:lvl7pPr>
              <a:defRPr sz="2175" b="1">
                <a:solidFill>
                  <a:srgbClr val="20151D"/>
                </a:solidFill>
                <a:latin typeface="Helvetica Neue"/>
                <a:ea typeface="Helvetica Neue"/>
                <a:cs typeface="Helvetica Neue"/>
              </a:defRPr>
            </a:lvl7pPr>
            <a:lvl8pPr>
              <a:defRPr sz="2175" b="1">
                <a:solidFill>
                  <a:srgbClr val="20151D"/>
                </a:solidFill>
                <a:latin typeface="Helvetica Neue"/>
                <a:ea typeface="Helvetica Neue"/>
                <a:cs typeface="Helvetica Neue"/>
              </a:defRPr>
            </a:lvl8pPr>
            <a:lvl9pPr>
              <a:defRPr sz="2175" b="1">
                <a:solidFill>
                  <a:srgbClr val="20151D"/>
                </a:solidFill>
                <a:latin typeface="Helvetica Neue"/>
                <a:ea typeface="Helvetica Neue"/>
                <a:cs typeface="Helvetica Neue"/>
              </a:defRPr>
            </a:lvl9pPr>
          </a:lstStyle>
          <a:p xmlns:a="http://schemas.openxmlformats.org/drawingml/2006/main">
            <a:pPr>
              <a:defRPr sz="2175" b="1">
                <a:solidFill>
                  <a:srgbClr val="20151D"/>
                </a:solidFill>
                <a:latin typeface="Helvetica Neue"/>
                <a:ea typeface="Helvetica Neue"/>
                <a:cs typeface="Helvetica Neue"/>
              </a:defRPr>
            </a:pPr>
            <a:r>
              <a:rPr sz="2175" b="1">
                <a:solidFill>
                  <a:srgbClr val="20151D"/>
                </a:solidFill>
                <a:latin typeface="Helvetica Neue"/>
                <a:ea typeface="Helvetica Neue"/>
                <a:cs typeface="Helvetica Neue"/>
              </a:rPr>
              <a:t>Controlled retention</a:t>
            </a:r>
          </a:p>
        </p:txBody>
      </p:sp>
      <p:sp>
        <p:nvSpPr>
          <p:cNvPr id="13" name="">
            <a:extLst xmlns:a="http://schemas.openxmlformats.org/drawingml/2006/main">
              <a:ext uri="{FF2B5EF4-FFF2-40B4-BE49-F238E27FC236}">
                <a16:creationId xmlns:a16="http://schemas.microsoft.com/office/drawing/2014/main" id="{E42268A1-5088-4FB6-8380-4B99759F5CB9}"/>
              </a:ext>
            </a:extLst>
          </p:cNvPr>
          <p:cNvSpPr>
            <a:spLocks xmlns:a="http://schemas.openxmlformats.org/drawingml/2006/main" noGrp="1"/>
          </p:cNvSpPr>
          <p:nvPr/>
        </p:nvSpPr>
        <p:spPr>
          <a:xfrm xmlns:a="http://schemas.openxmlformats.org/drawingml/2006/main">
            <a:off x="5334000" y="4343400"/>
            <a:ext cx="614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6D626B"/>
                </a:solidFill>
                <a:latin typeface="Helvetica Neue"/>
                <a:ea typeface="Helvetica Neue"/>
                <a:cs typeface="Helvetica Neue"/>
              </a:defRPr>
            </a:defPPr>
            <a:lvl1pPr>
              <a:defRPr sz="1875" b="0">
                <a:solidFill>
                  <a:srgbClr val="6D626B"/>
                </a:solidFill>
                <a:latin typeface="Helvetica Neue"/>
                <a:ea typeface="Helvetica Neue"/>
                <a:cs typeface="Helvetica Neue"/>
              </a:defRPr>
            </a:lvl1pPr>
            <a:lvl2pPr>
              <a:defRPr sz="1875" b="0">
                <a:solidFill>
                  <a:srgbClr val="6D626B"/>
                </a:solidFill>
                <a:latin typeface="Helvetica Neue"/>
                <a:ea typeface="Helvetica Neue"/>
                <a:cs typeface="Helvetica Neue"/>
              </a:defRPr>
            </a:lvl2pPr>
            <a:lvl3pPr>
              <a:defRPr sz="1875" b="0">
                <a:solidFill>
                  <a:srgbClr val="6D626B"/>
                </a:solidFill>
                <a:latin typeface="Helvetica Neue"/>
                <a:ea typeface="Helvetica Neue"/>
                <a:cs typeface="Helvetica Neue"/>
              </a:defRPr>
            </a:lvl3pPr>
            <a:lvl4pPr>
              <a:defRPr sz="1875" b="0">
                <a:solidFill>
                  <a:srgbClr val="6D626B"/>
                </a:solidFill>
                <a:latin typeface="Helvetica Neue"/>
                <a:ea typeface="Helvetica Neue"/>
                <a:cs typeface="Helvetica Neue"/>
              </a:defRPr>
            </a:lvl4pPr>
            <a:lvl5pPr>
              <a:defRPr sz="1875" b="0">
                <a:solidFill>
                  <a:srgbClr val="6D626B"/>
                </a:solidFill>
                <a:latin typeface="Helvetica Neue"/>
                <a:ea typeface="Helvetica Neue"/>
                <a:cs typeface="Helvetica Neue"/>
              </a:defRPr>
            </a:lvl5pPr>
            <a:lvl6pPr>
              <a:defRPr sz="1875" b="0">
                <a:solidFill>
                  <a:srgbClr val="6D626B"/>
                </a:solidFill>
                <a:latin typeface="Helvetica Neue"/>
                <a:ea typeface="Helvetica Neue"/>
                <a:cs typeface="Helvetica Neue"/>
              </a:defRPr>
            </a:lvl6pPr>
            <a:lvl7pPr>
              <a:defRPr sz="1875" b="0">
                <a:solidFill>
                  <a:srgbClr val="6D626B"/>
                </a:solidFill>
                <a:latin typeface="Helvetica Neue"/>
                <a:ea typeface="Helvetica Neue"/>
                <a:cs typeface="Helvetica Neue"/>
              </a:defRPr>
            </a:lvl7pPr>
            <a:lvl8pPr>
              <a:defRPr sz="1875" b="0">
                <a:solidFill>
                  <a:srgbClr val="6D626B"/>
                </a:solidFill>
                <a:latin typeface="Helvetica Neue"/>
                <a:ea typeface="Helvetica Neue"/>
                <a:cs typeface="Helvetica Neue"/>
              </a:defRPr>
            </a:lvl8pPr>
            <a:lvl9pPr>
              <a:defRPr sz="1875" b="0">
                <a:solidFill>
                  <a:srgbClr val="6D626B"/>
                </a:solidFill>
                <a:latin typeface="Helvetica Neue"/>
                <a:ea typeface="Helvetica Neue"/>
                <a:cs typeface="Helvetica Neue"/>
              </a:defRPr>
            </a:lvl9pPr>
          </a:lstStyle>
          <a:p xmlns:a="http://schemas.openxmlformats.org/drawingml/2006/main">
            <a:pPr>
              <a:defRPr sz="1875" b="0">
                <a:solidFill>
                  <a:srgbClr val="6D626B"/>
                </a:solidFill>
                <a:latin typeface="Helvetica Neue"/>
                <a:ea typeface="Helvetica Neue"/>
                <a:cs typeface="Helvetica Neue"/>
              </a:defRPr>
            </a:pPr>
            <a:r>
              <a:rPr sz="1875" b="0">
                <a:solidFill>
                  <a:srgbClr val="6D626B"/>
                </a:solidFill>
                <a:latin typeface="Helvetica Neue"/>
                <a:ea typeface="Helvetica Neue"/>
                <a:cs typeface="Helvetica Neue"/>
              </a:rPr>
              <a:t>Recordings deleted after processing, evidence expires by TTL</a:t>
            </a:r>
          </a:p>
        </p:txBody>
      </p:sp>
      <p:sp>
        <p:nvSpPr>
          <p:cNvPr id="14" name="">
            <a:extLst xmlns:a="http://schemas.openxmlformats.org/drawingml/2006/main">
              <a:ext uri="{FF2B5EF4-FFF2-40B4-BE49-F238E27FC236}">
                <a16:creationId xmlns:a16="http://schemas.microsoft.com/office/drawing/2014/main" id="{8E91A74C-4138-4793-8632-0091AD41B037}"/>
              </a:ext>
            </a:extLst>
          </p:cNvPr>
          <p:cNvSpPr>
            <a:spLocks xmlns:a="http://schemas.openxmlformats.org/drawingml/2006/main" noGrp="1"/>
          </p:cNvSpPr>
          <p:nvPr/>
        </p:nvSpPr>
        <p:spPr>
          <a:xfrm xmlns:a="http://schemas.openxmlformats.org/drawingml/2006/main">
            <a:off x="5334000" y="5010150"/>
            <a:ext cx="614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0151D"/>
                </a:solidFill>
                <a:latin typeface="Helvetica Neue"/>
                <a:ea typeface="Helvetica Neue"/>
                <a:cs typeface="Helvetica Neue"/>
              </a:defRPr>
            </a:defPPr>
            <a:lvl1pPr>
              <a:defRPr sz="2175" b="1">
                <a:solidFill>
                  <a:srgbClr val="20151D"/>
                </a:solidFill>
                <a:latin typeface="Helvetica Neue"/>
                <a:ea typeface="Helvetica Neue"/>
                <a:cs typeface="Helvetica Neue"/>
              </a:defRPr>
            </a:lvl1pPr>
            <a:lvl2pPr>
              <a:defRPr sz="2175" b="1">
                <a:solidFill>
                  <a:srgbClr val="20151D"/>
                </a:solidFill>
                <a:latin typeface="Helvetica Neue"/>
                <a:ea typeface="Helvetica Neue"/>
                <a:cs typeface="Helvetica Neue"/>
              </a:defRPr>
            </a:lvl2pPr>
            <a:lvl3pPr>
              <a:defRPr sz="2175" b="1">
                <a:solidFill>
                  <a:srgbClr val="20151D"/>
                </a:solidFill>
                <a:latin typeface="Helvetica Neue"/>
                <a:ea typeface="Helvetica Neue"/>
                <a:cs typeface="Helvetica Neue"/>
              </a:defRPr>
            </a:lvl3pPr>
            <a:lvl4pPr>
              <a:defRPr sz="2175" b="1">
                <a:solidFill>
                  <a:srgbClr val="20151D"/>
                </a:solidFill>
                <a:latin typeface="Helvetica Neue"/>
                <a:ea typeface="Helvetica Neue"/>
                <a:cs typeface="Helvetica Neue"/>
              </a:defRPr>
            </a:lvl4pPr>
            <a:lvl5pPr>
              <a:defRPr sz="2175" b="1">
                <a:solidFill>
                  <a:srgbClr val="20151D"/>
                </a:solidFill>
                <a:latin typeface="Helvetica Neue"/>
                <a:ea typeface="Helvetica Neue"/>
                <a:cs typeface="Helvetica Neue"/>
              </a:defRPr>
            </a:lvl5pPr>
            <a:lvl6pPr>
              <a:defRPr sz="2175" b="1">
                <a:solidFill>
                  <a:srgbClr val="20151D"/>
                </a:solidFill>
                <a:latin typeface="Helvetica Neue"/>
                <a:ea typeface="Helvetica Neue"/>
                <a:cs typeface="Helvetica Neue"/>
              </a:defRPr>
            </a:lvl6pPr>
            <a:lvl7pPr>
              <a:defRPr sz="2175" b="1">
                <a:solidFill>
                  <a:srgbClr val="20151D"/>
                </a:solidFill>
                <a:latin typeface="Helvetica Neue"/>
                <a:ea typeface="Helvetica Neue"/>
                <a:cs typeface="Helvetica Neue"/>
              </a:defRPr>
            </a:lvl7pPr>
            <a:lvl8pPr>
              <a:defRPr sz="2175" b="1">
                <a:solidFill>
                  <a:srgbClr val="20151D"/>
                </a:solidFill>
                <a:latin typeface="Helvetica Neue"/>
                <a:ea typeface="Helvetica Neue"/>
                <a:cs typeface="Helvetica Neue"/>
              </a:defRPr>
            </a:lvl8pPr>
            <a:lvl9pPr>
              <a:defRPr sz="2175" b="1">
                <a:solidFill>
                  <a:srgbClr val="20151D"/>
                </a:solidFill>
                <a:latin typeface="Helvetica Neue"/>
                <a:ea typeface="Helvetica Neue"/>
                <a:cs typeface="Helvetica Neue"/>
              </a:defRPr>
            </a:lvl9pPr>
          </a:lstStyle>
          <a:p xmlns:a="http://schemas.openxmlformats.org/drawingml/2006/main">
            <a:pPr>
              <a:defRPr sz="2175" b="1">
                <a:solidFill>
                  <a:srgbClr val="20151D"/>
                </a:solidFill>
                <a:latin typeface="Helvetica Neue"/>
                <a:ea typeface="Helvetica Neue"/>
                <a:cs typeface="Helvetica Neue"/>
              </a:defRPr>
            </a:pPr>
            <a:r>
              <a:rPr sz="2175" b="1">
                <a:solidFill>
                  <a:srgbClr val="20151D"/>
                </a:solidFill>
                <a:latin typeface="Helvetica Neue"/>
                <a:ea typeface="Helvetica Neue"/>
                <a:cs typeface="Helvetica Neue"/>
              </a:rPr>
              <a:t>Private access</a:t>
            </a:r>
          </a:p>
        </p:txBody>
      </p:sp>
      <p:sp>
        <p:nvSpPr>
          <p:cNvPr id="15" name="">
            <a:extLst xmlns:a="http://schemas.openxmlformats.org/drawingml/2006/main">
              <a:ext uri="{FF2B5EF4-FFF2-40B4-BE49-F238E27FC236}">
                <a16:creationId xmlns:a16="http://schemas.microsoft.com/office/drawing/2014/main" id="{ECCA1E8F-B561-4CBE-B329-51CA954A38A8}"/>
              </a:ext>
            </a:extLst>
          </p:cNvPr>
          <p:cNvSpPr>
            <a:spLocks xmlns:a="http://schemas.openxmlformats.org/drawingml/2006/main" noGrp="1"/>
          </p:cNvSpPr>
          <p:nvPr/>
        </p:nvSpPr>
        <p:spPr>
          <a:xfrm xmlns:a="http://schemas.openxmlformats.org/drawingml/2006/main">
            <a:off x="5334000" y="5410200"/>
            <a:ext cx="614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6D626B"/>
                </a:solidFill>
                <a:latin typeface="Helvetica Neue"/>
                <a:ea typeface="Helvetica Neue"/>
                <a:cs typeface="Helvetica Neue"/>
              </a:defRPr>
            </a:defPPr>
            <a:lvl1pPr>
              <a:defRPr sz="1875" b="0">
                <a:solidFill>
                  <a:srgbClr val="6D626B"/>
                </a:solidFill>
                <a:latin typeface="Helvetica Neue"/>
                <a:ea typeface="Helvetica Neue"/>
                <a:cs typeface="Helvetica Neue"/>
              </a:defRPr>
            </a:lvl1pPr>
            <a:lvl2pPr>
              <a:defRPr sz="1875" b="0">
                <a:solidFill>
                  <a:srgbClr val="6D626B"/>
                </a:solidFill>
                <a:latin typeface="Helvetica Neue"/>
                <a:ea typeface="Helvetica Neue"/>
                <a:cs typeface="Helvetica Neue"/>
              </a:defRPr>
            </a:lvl2pPr>
            <a:lvl3pPr>
              <a:defRPr sz="1875" b="0">
                <a:solidFill>
                  <a:srgbClr val="6D626B"/>
                </a:solidFill>
                <a:latin typeface="Helvetica Neue"/>
                <a:ea typeface="Helvetica Neue"/>
                <a:cs typeface="Helvetica Neue"/>
              </a:defRPr>
            </a:lvl3pPr>
            <a:lvl4pPr>
              <a:defRPr sz="1875" b="0">
                <a:solidFill>
                  <a:srgbClr val="6D626B"/>
                </a:solidFill>
                <a:latin typeface="Helvetica Neue"/>
                <a:ea typeface="Helvetica Neue"/>
                <a:cs typeface="Helvetica Neue"/>
              </a:defRPr>
            </a:lvl4pPr>
            <a:lvl5pPr>
              <a:defRPr sz="1875" b="0">
                <a:solidFill>
                  <a:srgbClr val="6D626B"/>
                </a:solidFill>
                <a:latin typeface="Helvetica Neue"/>
                <a:ea typeface="Helvetica Neue"/>
                <a:cs typeface="Helvetica Neue"/>
              </a:defRPr>
            </a:lvl5pPr>
            <a:lvl6pPr>
              <a:defRPr sz="1875" b="0">
                <a:solidFill>
                  <a:srgbClr val="6D626B"/>
                </a:solidFill>
                <a:latin typeface="Helvetica Neue"/>
                <a:ea typeface="Helvetica Neue"/>
                <a:cs typeface="Helvetica Neue"/>
              </a:defRPr>
            </a:lvl6pPr>
            <a:lvl7pPr>
              <a:defRPr sz="1875" b="0">
                <a:solidFill>
                  <a:srgbClr val="6D626B"/>
                </a:solidFill>
                <a:latin typeface="Helvetica Neue"/>
                <a:ea typeface="Helvetica Neue"/>
                <a:cs typeface="Helvetica Neue"/>
              </a:defRPr>
            </a:lvl7pPr>
            <a:lvl8pPr>
              <a:defRPr sz="1875" b="0">
                <a:solidFill>
                  <a:srgbClr val="6D626B"/>
                </a:solidFill>
                <a:latin typeface="Helvetica Neue"/>
                <a:ea typeface="Helvetica Neue"/>
                <a:cs typeface="Helvetica Neue"/>
              </a:defRPr>
            </a:lvl8pPr>
            <a:lvl9pPr>
              <a:defRPr sz="1875" b="0">
                <a:solidFill>
                  <a:srgbClr val="6D626B"/>
                </a:solidFill>
                <a:latin typeface="Helvetica Neue"/>
                <a:ea typeface="Helvetica Neue"/>
                <a:cs typeface="Helvetica Neue"/>
              </a:defRPr>
            </a:lvl9pPr>
          </a:lstStyle>
          <a:p xmlns:a="http://schemas.openxmlformats.org/drawingml/2006/main">
            <a:pPr>
              <a:defRPr sz="1875" b="0">
                <a:solidFill>
                  <a:srgbClr val="6D626B"/>
                </a:solidFill>
                <a:latin typeface="Helvetica Neue"/>
                <a:ea typeface="Helvetica Neue"/>
                <a:cs typeface="Helvetica Neue"/>
              </a:defRPr>
            </a:pPr>
            <a:r>
              <a:rPr sz="1875" b="0">
                <a:solidFill>
                  <a:srgbClr val="6D626B"/>
                </a:solidFill>
                <a:latin typeface="Helvetica Neue"/>
                <a:ea typeface="Helvetica Neue"/>
                <a:cs typeface="Helvetica Neue"/>
              </a:rPr>
              <a:t>Key before upload parsing, no-store responses and HTTPS recipe</a:t>
            </a:r>
          </a:p>
        </p:txBody>
      </p:sp>
    </p:spTree>
    <p:extLst>
      <p:ext uri="{BB962C8B-B14F-4D97-AF65-F5344CB8AC3E}">
        <p14:creationId xmlns:p14="http://schemas.microsoft.com/office/powerpoint/2010/main" val="1120599243"/>
      </p:ext>
    </p:extLst>
  </p:cSld>
</p:sld>
</file>

<file path=ppt/slides/slide8.xml><?xml version="1.0" encoding="utf-8"?>
<p:sld xmlns:p="http://schemas.openxmlformats.org/presentationml/2006/main">
  <p:cSld>
    <p:bg>
      <p:bgPr>
        <a:solidFill xmlns:a="http://schemas.openxmlformats.org/drawingml/2006/main">
          <a:srgbClr val="2B102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4557B38-F43C-4BBA-8BF0-3270091D9B34}"/>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FFFFFF"/>
                </a:solidFill>
                <a:latin typeface="Helvetica Neue"/>
                <a:ea typeface="Helvetica Neue"/>
                <a:cs typeface="Helvetica Neue"/>
              </a:defRPr>
            </a:defPPr>
            <a:lvl1pPr>
              <a:defRPr sz="3450" b="1">
                <a:solidFill>
                  <a:srgbClr val="FFFFFF"/>
                </a:solidFill>
                <a:latin typeface="Helvetica Neue"/>
                <a:ea typeface="Helvetica Neue"/>
                <a:cs typeface="Helvetica Neue"/>
              </a:defRPr>
            </a:lvl1pPr>
            <a:lvl2pPr>
              <a:defRPr sz="3450" b="1">
                <a:solidFill>
                  <a:srgbClr val="FFFFFF"/>
                </a:solidFill>
                <a:latin typeface="Helvetica Neue"/>
                <a:ea typeface="Helvetica Neue"/>
                <a:cs typeface="Helvetica Neue"/>
              </a:defRPr>
            </a:lvl2pPr>
            <a:lvl3pPr>
              <a:defRPr sz="3450" b="1">
                <a:solidFill>
                  <a:srgbClr val="FFFFFF"/>
                </a:solidFill>
                <a:latin typeface="Helvetica Neue"/>
                <a:ea typeface="Helvetica Neue"/>
                <a:cs typeface="Helvetica Neue"/>
              </a:defRPr>
            </a:lvl3pPr>
            <a:lvl4pPr>
              <a:defRPr sz="3450" b="1">
                <a:solidFill>
                  <a:srgbClr val="FFFFFF"/>
                </a:solidFill>
                <a:latin typeface="Helvetica Neue"/>
                <a:ea typeface="Helvetica Neue"/>
                <a:cs typeface="Helvetica Neue"/>
              </a:defRPr>
            </a:lvl4pPr>
            <a:lvl5pPr>
              <a:defRPr sz="3450" b="1">
                <a:solidFill>
                  <a:srgbClr val="FFFFFF"/>
                </a:solidFill>
                <a:latin typeface="Helvetica Neue"/>
                <a:ea typeface="Helvetica Neue"/>
                <a:cs typeface="Helvetica Neue"/>
              </a:defRPr>
            </a:lvl5pPr>
            <a:lvl6pPr>
              <a:defRPr sz="3450" b="1">
                <a:solidFill>
                  <a:srgbClr val="FFFFFF"/>
                </a:solidFill>
                <a:latin typeface="Helvetica Neue"/>
                <a:ea typeface="Helvetica Neue"/>
                <a:cs typeface="Helvetica Neue"/>
              </a:defRPr>
            </a:lvl6pPr>
            <a:lvl7pPr>
              <a:defRPr sz="3450" b="1">
                <a:solidFill>
                  <a:srgbClr val="FFFFFF"/>
                </a:solidFill>
                <a:latin typeface="Helvetica Neue"/>
                <a:ea typeface="Helvetica Neue"/>
                <a:cs typeface="Helvetica Neue"/>
              </a:defRPr>
            </a:lvl7pPr>
            <a:lvl8pPr>
              <a:defRPr sz="3450" b="1">
                <a:solidFill>
                  <a:srgbClr val="FFFFFF"/>
                </a:solidFill>
                <a:latin typeface="Helvetica Neue"/>
                <a:ea typeface="Helvetica Neue"/>
                <a:cs typeface="Helvetica Neue"/>
              </a:defRPr>
            </a:lvl8pPr>
            <a:lvl9pPr>
              <a:defRPr sz="3450" b="1">
                <a:solidFill>
                  <a:srgbClr val="FFFFFF"/>
                </a:solidFill>
                <a:latin typeface="Helvetica Neue"/>
                <a:ea typeface="Helvetica Neue"/>
                <a:cs typeface="Helvetica Neue"/>
              </a:defRPr>
            </a:lvl9pPr>
          </a:lstStyle>
          <a:p xmlns:a="http://schemas.openxmlformats.org/drawingml/2006/main">
            <a:pPr>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Public pilot and acceptance plan</a:t>
            </a:r>
          </a:p>
        </p:txBody>
      </p:sp>
      <p:sp>
        <p:nvSpPr>
          <p:cNvPr id="2" name="">
            <a:extLst xmlns:a="http://schemas.openxmlformats.org/drawingml/2006/main">
              <a:ext uri="{FF2B5EF4-FFF2-40B4-BE49-F238E27FC236}">
                <a16:creationId xmlns:a16="http://schemas.microsoft.com/office/drawing/2014/main" id="{98DA5FD3-4A7D-4F3C-9A4F-2A23522980A6}"/>
              </a:ext>
            </a:extLst>
          </p:cNvPr>
          <p:cNvSpPr>
            <a:spLocks xmlns:a="http://schemas.openxmlformats.org/drawingml/2006/main" noGrp="1"/>
          </p:cNvSpPr>
          <p:nvPr/>
        </p:nvSpPr>
        <p:spPr>
          <a:xfrm xmlns:a="http://schemas.openxmlformats.org/drawingml/2006/main">
            <a:off x="6858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EC6D5"/>
                </a:solidFill>
                <a:latin typeface="Helvetica Neue"/>
                <a:ea typeface="Helvetica Neue"/>
                <a:cs typeface="Helvetica Neue"/>
              </a:defRPr>
            </a:defPPr>
            <a:lvl1pPr>
              <a:defRPr sz="1275" b="0">
                <a:solidFill>
                  <a:srgbClr val="DEC6D5"/>
                </a:solidFill>
                <a:latin typeface="Helvetica Neue"/>
                <a:ea typeface="Helvetica Neue"/>
                <a:cs typeface="Helvetica Neue"/>
              </a:defRPr>
            </a:lvl1pPr>
            <a:lvl2pPr>
              <a:defRPr sz="1275" b="0">
                <a:solidFill>
                  <a:srgbClr val="DEC6D5"/>
                </a:solidFill>
                <a:latin typeface="Helvetica Neue"/>
                <a:ea typeface="Helvetica Neue"/>
                <a:cs typeface="Helvetica Neue"/>
              </a:defRPr>
            </a:lvl2pPr>
            <a:lvl3pPr>
              <a:defRPr sz="1275" b="0">
                <a:solidFill>
                  <a:srgbClr val="DEC6D5"/>
                </a:solidFill>
                <a:latin typeface="Helvetica Neue"/>
                <a:ea typeface="Helvetica Neue"/>
                <a:cs typeface="Helvetica Neue"/>
              </a:defRPr>
            </a:lvl3pPr>
            <a:lvl4pPr>
              <a:defRPr sz="1275" b="0">
                <a:solidFill>
                  <a:srgbClr val="DEC6D5"/>
                </a:solidFill>
                <a:latin typeface="Helvetica Neue"/>
                <a:ea typeface="Helvetica Neue"/>
                <a:cs typeface="Helvetica Neue"/>
              </a:defRPr>
            </a:lvl4pPr>
            <a:lvl5pPr>
              <a:defRPr sz="1275" b="0">
                <a:solidFill>
                  <a:srgbClr val="DEC6D5"/>
                </a:solidFill>
                <a:latin typeface="Helvetica Neue"/>
                <a:ea typeface="Helvetica Neue"/>
                <a:cs typeface="Helvetica Neue"/>
              </a:defRPr>
            </a:lvl5pPr>
            <a:lvl6pPr>
              <a:defRPr sz="1275" b="0">
                <a:solidFill>
                  <a:srgbClr val="DEC6D5"/>
                </a:solidFill>
                <a:latin typeface="Helvetica Neue"/>
                <a:ea typeface="Helvetica Neue"/>
                <a:cs typeface="Helvetica Neue"/>
              </a:defRPr>
            </a:lvl6pPr>
            <a:lvl7pPr>
              <a:defRPr sz="1275" b="0">
                <a:solidFill>
                  <a:srgbClr val="DEC6D5"/>
                </a:solidFill>
                <a:latin typeface="Helvetica Neue"/>
                <a:ea typeface="Helvetica Neue"/>
                <a:cs typeface="Helvetica Neue"/>
              </a:defRPr>
            </a:lvl7pPr>
            <a:lvl8pPr>
              <a:defRPr sz="1275" b="0">
                <a:solidFill>
                  <a:srgbClr val="DEC6D5"/>
                </a:solidFill>
                <a:latin typeface="Helvetica Neue"/>
                <a:ea typeface="Helvetica Neue"/>
                <a:cs typeface="Helvetica Neue"/>
              </a:defRPr>
            </a:lvl8pPr>
            <a:lvl9pPr>
              <a:defRPr sz="1275" b="0">
                <a:solidFill>
                  <a:srgbClr val="DEC6D5"/>
                </a:solidFill>
                <a:latin typeface="Helvetica Neue"/>
                <a:ea typeface="Helvetica Neue"/>
                <a:cs typeface="Helvetica Neue"/>
              </a:defRPr>
            </a:lvl9pPr>
          </a:lstStyle>
          <a:p xmlns:a="http://schemas.openxmlformats.org/drawingml/2006/main">
            <a:pPr>
              <a:defRPr sz="1275" b="0">
                <a:solidFill>
                  <a:srgbClr val="DEC6D5"/>
                </a:solidFill>
                <a:latin typeface="Helvetica Neue"/>
                <a:ea typeface="Helvetica Neue"/>
                <a:cs typeface="Helvetica Neue"/>
              </a:defRPr>
            </a:pPr>
            <a:r>
              <a:rPr sz="1275" b="0">
                <a:solidFill>
                  <a:srgbClr val="DEC6D5"/>
                </a:solidFill>
                <a:latin typeface="Helvetica Neue"/>
                <a:ea typeface="Helvetica Neue"/>
                <a:cs typeface="Helvetica Neue"/>
              </a:rPr>
              <a:t>8bit  /  Datathon 26</a:t>
            </a:r>
          </a:p>
        </p:txBody>
      </p:sp>
      <p:sp>
        <p:nvSpPr>
          <p:cNvPr id="3" name="">
            <a:extLst xmlns:a="http://schemas.openxmlformats.org/drawingml/2006/main">
              <a:ext uri="{FF2B5EF4-FFF2-40B4-BE49-F238E27FC236}">
                <a16:creationId xmlns:a16="http://schemas.microsoft.com/office/drawing/2014/main" id="{35154E0A-9625-40C3-9E90-2EC06FEC7325}"/>
              </a:ext>
            </a:extLst>
          </p:cNvPr>
          <p:cNvSpPr>
            <a:spLocks xmlns:a="http://schemas.openxmlformats.org/drawingml/2006/main" noGrp="1"/>
          </p:cNvSpPr>
          <p:nvPr/>
        </p:nvSpPr>
        <p:spPr>
          <a:xfrm xmlns:a="http://schemas.openxmlformats.org/drawingml/2006/main">
            <a:off x="11096625"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EC6D5"/>
                </a:solidFill>
                <a:latin typeface="Helvetica Neue"/>
                <a:ea typeface="Helvetica Neue"/>
                <a:cs typeface="Helvetica Neue"/>
              </a:defRPr>
            </a:defPPr>
            <a:lvl1pPr>
              <a:defRPr sz="1275" b="0">
                <a:solidFill>
                  <a:srgbClr val="DEC6D5"/>
                </a:solidFill>
                <a:latin typeface="Helvetica Neue"/>
                <a:ea typeface="Helvetica Neue"/>
                <a:cs typeface="Helvetica Neue"/>
              </a:defRPr>
            </a:lvl1pPr>
            <a:lvl2pPr>
              <a:defRPr sz="1275" b="0">
                <a:solidFill>
                  <a:srgbClr val="DEC6D5"/>
                </a:solidFill>
                <a:latin typeface="Helvetica Neue"/>
                <a:ea typeface="Helvetica Neue"/>
                <a:cs typeface="Helvetica Neue"/>
              </a:defRPr>
            </a:lvl2pPr>
            <a:lvl3pPr>
              <a:defRPr sz="1275" b="0">
                <a:solidFill>
                  <a:srgbClr val="DEC6D5"/>
                </a:solidFill>
                <a:latin typeface="Helvetica Neue"/>
                <a:ea typeface="Helvetica Neue"/>
                <a:cs typeface="Helvetica Neue"/>
              </a:defRPr>
            </a:lvl3pPr>
            <a:lvl4pPr>
              <a:defRPr sz="1275" b="0">
                <a:solidFill>
                  <a:srgbClr val="DEC6D5"/>
                </a:solidFill>
                <a:latin typeface="Helvetica Neue"/>
                <a:ea typeface="Helvetica Neue"/>
                <a:cs typeface="Helvetica Neue"/>
              </a:defRPr>
            </a:lvl4pPr>
            <a:lvl5pPr>
              <a:defRPr sz="1275" b="0">
                <a:solidFill>
                  <a:srgbClr val="DEC6D5"/>
                </a:solidFill>
                <a:latin typeface="Helvetica Neue"/>
                <a:ea typeface="Helvetica Neue"/>
                <a:cs typeface="Helvetica Neue"/>
              </a:defRPr>
            </a:lvl5pPr>
            <a:lvl6pPr>
              <a:defRPr sz="1275" b="0">
                <a:solidFill>
                  <a:srgbClr val="DEC6D5"/>
                </a:solidFill>
                <a:latin typeface="Helvetica Neue"/>
                <a:ea typeface="Helvetica Neue"/>
                <a:cs typeface="Helvetica Neue"/>
              </a:defRPr>
            </a:lvl6pPr>
            <a:lvl7pPr>
              <a:defRPr sz="1275" b="0">
                <a:solidFill>
                  <a:srgbClr val="DEC6D5"/>
                </a:solidFill>
                <a:latin typeface="Helvetica Neue"/>
                <a:ea typeface="Helvetica Neue"/>
                <a:cs typeface="Helvetica Neue"/>
              </a:defRPr>
            </a:lvl7pPr>
            <a:lvl8pPr>
              <a:defRPr sz="1275" b="0">
                <a:solidFill>
                  <a:srgbClr val="DEC6D5"/>
                </a:solidFill>
                <a:latin typeface="Helvetica Neue"/>
                <a:ea typeface="Helvetica Neue"/>
                <a:cs typeface="Helvetica Neue"/>
              </a:defRPr>
            </a:lvl8pPr>
            <a:lvl9pPr>
              <a:defRPr sz="1275" b="0">
                <a:solidFill>
                  <a:srgbClr val="DEC6D5"/>
                </a:solidFill>
                <a:latin typeface="Helvetica Neue"/>
                <a:ea typeface="Helvetica Neue"/>
                <a:cs typeface="Helvetica Neue"/>
              </a:defRPr>
            </a:lvl9pPr>
          </a:lstStyle>
          <a:p xmlns:a="http://schemas.openxmlformats.org/drawingml/2006/main">
            <a:pPr>
              <a:defRPr sz="1275" b="0">
                <a:solidFill>
                  <a:srgbClr val="DEC6D5"/>
                </a:solidFill>
                <a:latin typeface="Helvetica Neue"/>
                <a:ea typeface="Helvetica Neue"/>
                <a:cs typeface="Helvetica Neue"/>
              </a:defRPr>
            </a:pPr>
            <a:r>
              <a:rPr sz="1275" b="0">
                <a:solidFill>
                  <a:srgbClr val="DEC6D5"/>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331EDED1-EEEB-4572-8F0C-198A78AF863A}"/>
              </a:ext>
            </a:extLst>
          </p:cNvPr>
          <p:cNvSpPr>
            <a:spLocks xmlns:a="http://schemas.openxmlformats.org/drawingml/2006/main" noGrp="1"/>
          </p:cNvSpPr>
          <p:nvPr/>
        </p:nvSpPr>
        <p:spPr>
          <a:xfrm xmlns:a="http://schemas.openxmlformats.org/drawingml/2006/main">
            <a:off x="685800" y="1743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FFFFFF"/>
                </a:solidFill>
                <a:latin typeface="Helvetica Neue"/>
                <a:ea typeface="Helvetica Neue"/>
                <a:cs typeface="Helvetica Neue"/>
              </a:defRPr>
            </a:defPPr>
            <a:lvl1pPr>
              <a:defRPr sz="3225" b="1">
                <a:solidFill>
                  <a:srgbClr val="FFFFFF"/>
                </a:solidFill>
                <a:latin typeface="Helvetica Neue"/>
                <a:ea typeface="Helvetica Neue"/>
                <a:cs typeface="Helvetica Neue"/>
              </a:defRPr>
            </a:lvl1pPr>
            <a:lvl2pPr>
              <a:defRPr sz="3225" b="1">
                <a:solidFill>
                  <a:srgbClr val="FFFFFF"/>
                </a:solidFill>
                <a:latin typeface="Helvetica Neue"/>
                <a:ea typeface="Helvetica Neue"/>
                <a:cs typeface="Helvetica Neue"/>
              </a:defRPr>
            </a:lvl2pPr>
            <a:lvl3pPr>
              <a:defRPr sz="3225" b="1">
                <a:solidFill>
                  <a:srgbClr val="FFFFFF"/>
                </a:solidFill>
                <a:latin typeface="Helvetica Neue"/>
                <a:ea typeface="Helvetica Neue"/>
                <a:cs typeface="Helvetica Neue"/>
              </a:defRPr>
            </a:lvl3pPr>
            <a:lvl4pPr>
              <a:defRPr sz="3225" b="1">
                <a:solidFill>
                  <a:srgbClr val="FFFFFF"/>
                </a:solidFill>
                <a:latin typeface="Helvetica Neue"/>
                <a:ea typeface="Helvetica Neue"/>
                <a:cs typeface="Helvetica Neue"/>
              </a:defRPr>
            </a:lvl4pPr>
            <a:lvl5pPr>
              <a:defRPr sz="3225" b="1">
                <a:solidFill>
                  <a:srgbClr val="FFFFFF"/>
                </a:solidFill>
                <a:latin typeface="Helvetica Neue"/>
                <a:ea typeface="Helvetica Neue"/>
                <a:cs typeface="Helvetica Neue"/>
              </a:defRPr>
            </a:lvl5pPr>
            <a:lvl6pPr>
              <a:defRPr sz="3225" b="1">
                <a:solidFill>
                  <a:srgbClr val="FFFFFF"/>
                </a:solidFill>
                <a:latin typeface="Helvetica Neue"/>
                <a:ea typeface="Helvetica Neue"/>
                <a:cs typeface="Helvetica Neue"/>
              </a:defRPr>
            </a:lvl6pPr>
            <a:lvl7pPr>
              <a:defRPr sz="3225" b="1">
                <a:solidFill>
                  <a:srgbClr val="FFFFFF"/>
                </a:solidFill>
                <a:latin typeface="Helvetica Neue"/>
                <a:ea typeface="Helvetica Neue"/>
                <a:cs typeface="Helvetica Neue"/>
              </a:defRPr>
            </a:lvl7pPr>
            <a:lvl8pPr>
              <a:defRPr sz="3225" b="1">
                <a:solidFill>
                  <a:srgbClr val="FFFFFF"/>
                </a:solidFill>
                <a:latin typeface="Helvetica Neue"/>
                <a:ea typeface="Helvetica Neue"/>
                <a:cs typeface="Helvetica Neue"/>
              </a:defRPr>
            </a:lvl8pPr>
            <a:lvl9pPr>
              <a:defRPr sz="3225" b="1">
                <a:solidFill>
                  <a:srgbClr val="FFFFFF"/>
                </a:solidFill>
                <a:latin typeface="Helvetica Neue"/>
                <a:ea typeface="Helvetica Neue"/>
                <a:cs typeface="Helvetica Neue"/>
              </a:defRPr>
            </a:lvl9pPr>
          </a:lstStyle>
          <a:p xmlns:a="http://schemas.openxmlformats.org/drawingml/2006/main">
            <a:pPr>
              <a:defRPr sz="3225" b="1">
                <a:solidFill>
                  <a:srgbClr val="FFFFFF"/>
                </a:solidFill>
                <a:latin typeface="Helvetica Neue"/>
                <a:ea typeface="Helvetica Neue"/>
                <a:cs typeface="Helvetica Neue"/>
              </a:defRPr>
            </a:pPr>
            <a:r>
              <a:rPr sz="3225" b="1">
                <a:solidFill>
                  <a:srgbClr val="FFFFFF"/>
                </a:solidFill>
                <a:latin typeface="Helvetica Neue"/>
                <a:ea typeface="Helvetica Neue"/>
                <a:cs typeface="Helvetica Neue"/>
              </a:rPr>
              <a:t>The next pilot needs an independent camera view</a:t>
            </a:r>
          </a:p>
        </p:txBody>
      </p:sp>
      <p:sp>
        <p:nvSpPr>
          <p:cNvPr id="5" name="">
            <a:extLst xmlns:a="http://schemas.openxmlformats.org/drawingml/2006/main">
              <a:ext uri="{FF2B5EF4-FFF2-40B4-BE49-F238E27FC236}">
                <a16:creationId xmlns:a16="http://schemas.microsoft.com/office/drawing/2014/main" id="{E27FADEB-C5E4-4BF8-A89B-0951FFC60A7A}"/>
              </a:ext>
            </a:extLst>
          </p:cNvPr>
          <p:cNvSpPr>
            <a:spLocks xmlns:a="http://schemas.openxmlformats.org/drawingml/2006/main" noGrp="1"/>
          </p:cNvSpPr>
          <p:nvPr/>
        </p:nvSpPr>
        <p:spPr>
          <a:xfrm xmlns:a="http://schemas.openxmlformats.org/drawingml/2006/main">
            <a:off x="723900" y="2905125"/>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DEC6D5"/>
                </a:solidFill>
                <a:latin typeface="Helvetica Neue"/>
                <a:ea typeface="Helvetica Neue"/>
                <a:cs typeface="Helvetica Neue"/>
              </a:defRPr>
            </a:defPPr>
            <a:lvl1pPr>
              <a:defRPr sz="2400" b="0">
                <a:solidFill>
                  <a:srgbClr val="DEC6D5"/>
                </a:solidFill>
                <a:latin typeface="Helvetica Neue"/>
                <a:ea typeface="Helvetica Neue"/>
                <a:cs typeface="Helvetica Neue"/>
              </a:defRPr>
            </a:lvl1pPr>
            <a:lvl2pPr>
              <a:defRPr sz="2400" b="0">
                <a:solidFill>
                  <a:srgbClr val="DEC6D5"/>
                </a:solidFill>
                <a:latin typeface="Helvetica Neue"/>
                <a:ea typeface="Helvetica Neue"/>
                <a:cs typeface="Helvetica Neue"/>
              </a:defRPr>
            </a:lvl2pPr>
            <a:lvl3pPr>
              <a:defRPr sz="2400" b="0">
                <a:solidFill>
                  <a:srgbClr val="DEC6D5"/>
                </a:solidFill>
                <a:latin typeface="Helvetica Neue"/>
                <a:ea typeface="Helvetica Neue"/>
                <a:cs typeface="Helvetica Neue"/>
              </a:defRPr>
            </a:lvl3pPr>
            <a:lvl4pPr>
              <a:defRPr sz="2400" b="0">
                <a:solidFill>
                  <a:srgbClr val="DEC6D5"/>
                </a:solidFill>
                <a:latin typeface="Helvetica Neue"/>
                <a:ea typeface="Helvetica Neue"/>
                <a:cs typeface="Helvetica Neue"/>
              </a:defRPr>
            </a:lvl4pPr>
            <a:lvl5pPr>
              <a:defRPr sz="2400" b="0">
                <a:solidFill>
                  <a:srgbClr val="DEC6D5"/>
                </a:solidFill>
                <a:latin typeface="Helvetica Neue"/>
                <a:ea typeface="Helvetica Neue"/>
                <a:cs typeface="Helvetica Neue"/>
              </a:defRPr>
            </a:lvl5pPr>
            <a:lvl6pPr>
              <a:defRPr sz="2400" b="0">
                <a:solidFill>
                  <a:srgbClr val="DEC6D5"/>
                </a:solidFill>
                <a:latin typeface="Helvetica Neue"/>
                <a:ea typeface="Helvetica Neue"/>
                <a:cs typeface="Helvetica Neue"/>
              </a:defRPr>
            </a:lvl6pPr>
            <a:lvl7pPr>
              <a:defRPr sz="2400" b="0">
                <a:solidFill>
                  <a:srgbClr val="DEC6D5"/>
                </a:solidFill>
                <a:latin typeface="Helvetica Neue"/>
                <a:ea typeface="Helvetica Neue"/>
                <a:cs typeface="Helvetica Neue"/>
              </a:defRPr>
            </a:lvl7pPr>
            <a:lvl8pPr>
              <a:defRPr sz="2400" b="0">
                <a:solidFill>
                  <a:srgbClr val="DEC6D5"/>
                </a:solidFill>
                <a:latin typeface="Helvetica Neue"/>
                <a:ea typeface="Helvetica Neue"/>
                <a:cs typeface="Helvetica Neue"/>
              </a:defRPr>
            </a:lvl8pPr>
            <a:lvl9pPr>
              <a:defRPr sz="2400" b="0">
                <a:solidFill>
                  <a:srgbClr val="DEC6D5"/>
                </a:solidFill>
                <a:latin typeface="Helvetica Neue"/>
                <a:ea typeface="Helvetica Neue"/>
                <a:cs typeface="Helvetica Neue"/>
              </a:defRPr>
            </a:lvl9pPr>
          </a:lstStyle>
          <a:p xmlns:a="http://schemas.openxmlformats.org/drawingml/2006/main">
            <a:pPr>
              <a:defRPr sz="2400" b="0">
                <a:solidFill>
                  <a:srgbClr val="DEC6D5"/>
                </a:solidFill>
                <a:latin typeface="Helvetica Neue"/>
                <a:ea typeface="Helvetica Neue"/>
                <a:cs typeface="Helvetica Neue"/>
              </a:defRPr>
            </a:pPr>
            <a:r>
              <a:rPr sz="2400" b="0">
                <a:solidFill>
                  <a:srgbClr val="DEC6D5"/>
                </a:solidFill>
                <a:latin typeface="Helvetica Neue"/>
                <a:ea typeface="Helvetica Neue"/>
                <a:cs typeface="Helvetica Neue"/>
              </a:rPr>
              <a:t>Measure missed events, false alarms, timestamp error and relevant evidence on new clips.</a:t>
            </a:r>
          </a:p>
        </p:txBody>
      </p:sp>
      <p:sp>
        <p:nvSpPr>
          <p:cNvPr id="6" name="">
            <a:extLst xmlns:a="http://schemas.openxmlformats.org/drawingml/2006/main">
              <a:ext uri="{FF2B5EF4-FFF2-40B4-BE49-F238E27FC236}">
                <a16:creationId xmlns:a16="http://schemas.microsoft.com/office/drawing/2014/main" id="{20D54F58-1624-4BA1-A2D6-4BD638E7C4C7}"/>
              </a:ext>
            </a:extLst>
          </p:cNvPr>
          <p:cNvSpPr>
            <a:spLocks xmlns:a="http://schemas.openxmlformats.org/drawingml/2006/main" noGrp="1"/>
          </p:cNvSpPr>
          <p:nvPr/>
        </p:nvSpPr>
        <p:spPr>
          <a:xfrm xmlns:a="http://schemas.openxmlformats.org/drawingml/2006/main">
            <a:off x="723900" y="405765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FFFFFF"/>
                </a:solidFill>
                <a:latin typeface="Helvetica Neue"/>
                <a:ea typeface="Helvetica Neue"/>
                <a:cs typeface="Helvetica Neue"/>
              </a:defRPr>
            </a:defPPr>
            <a:lvl1pPr>
              <a:defRPr sz="2250" b="0">
                <a:solidFill>
                  <a:srgbClr val="FFFFFF"/>
                </a:solidFill>
                <a:latin typeface="Helvetica Neue"/>
                <a:ea typeface="Helvetica Neue"/>
                <a:cs typeface="Helvetica Neue"/>
              </a:defRPr>
            </a:lvl1pPr>
            <a:lvl2pPr>
              <a:defRPr sz="2250" b="0">
                <a:solidFill>
                  <a:srgbClr val="FFFFFF"/>
                </a:solidFill>
                <a:latin typeface="Helvetica Neue"/>
                <a:ea typeface="Helvetica Neue"/>
                <a:cs typeface="Helvetica Neue"/>
              </a:defRPr>
            </a:lvl2pPr>
            <a:lvl3pPr>
              <a:defRPr sz="2250" b="0">
                <a:solidFill>
                  <a:srgbClr val="FFFFFF"/>
                </a:solidFill>
                <a:latin typeface="Helvetica Neue"/>
                <a:ea typeface="Helvetica Neue"/>
                <a:cs typeface="Helvetica Neue"/>
              </a:defRPr>
            </a:lvl3pPr>
            <a:lvl4pPr>
              <a:defRPr sz="2250" b="0">
                <a:solidFill>
                  <a:srgbClr val="FFFFFF"/>
                </a:solidFill>
                <a:latin typeface="Helvetica Neue"/>
                <a:ea typeface="Helvetica Neue"/>
                <a:cs typeface="Helvetica Neue"/>
              </a:defRPr>
            </a:lvl4pPr>
            <a:lvl5pPr>
              <a:defRPr sz="2250" b="0">
                <a:solidFill>
                  <a:srgbClr val="FFFFFF"/>
                </a:solidFill>
                <a:latin typeface="Helvetica Neue"/>
                <a:ea typeface="Helvetica Neue"/>
                <a:cs typeface="Helvetica Neue"/>
              </a:defRPr>
            </a:lvl5pPr>
            <a:lvl6pPr>
              <a:defRPr sz="2250" b="0">
                <a:solidFill>
                  <a:srgbClr val="FFFFFF"/>
                </a:solidFill>
                <a:latin typeface="Helvetica Neue"/>
                <a:ea typeface="Helvetica Neue"/>
                <a:cs typeface="Helvetica Neue"/>
              </a:defRPr>
            </a:lvl6pPr>
            <a:lvl7pPr>
              <a:defRPr sz="2250" b="0">
                <a:solidFill>
                  <a:srgbClr val="FFFFFF"/>
                </a:solidFill>
                <a:latin typeface="Helvetica Neue"/>
                <a:ea typeface="Helvetica Neue"/>
                <a:cs typeface="Helvetica Neue"/>
              </a:defRPr>
            </a:lvl7pPr>
            <a:lvl8pPr>
              <a:defRPr sz="2250" b="0">
                <a:solidFill>
                  <a:srgbClr val="FFFFFF"/>
                </a:solidFill>
                <a:latin typeface="Helvetica Neue"/>
                <a:ea typeface="Helvetica Neue"/>
                <a:cs typeface="Helvetica Neue"/>
              </a:defRPr>
            </a:lvl8pPr>
            <a:lvl9pPr>
              <a:defRPr sz="2250" b="0">
                <a:solidFill>
                  <a:srgbClr val="FFFFFF"/>
                </a:solidFill>
                <a:latin typeface="Helvetica Neue"/>
                <a:ea typeface="Helvetica Neue"/>
                <a:cs typeface="Helvetica Neue"/>
              </a:defRPr>
            </a:lvl9pPr>
          </a:lstStyle>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Before judging: public GPU host, HTTPS URL and private key handoff.</a:t>
            </a:r>
          </a:p>
        </p:txBody>
      </p:sp>
      <p:sp>
        <p:nvSpPr>
          <p:cNvPr id="7" name="">
            <a:extLst xmlns:a="http://schemas.openxmlformats.org/drawingml/2006/main">
              <a:ext uri="{FF2B5EF4-FFF2-40B4-BE49-F238E27FC236}">
                <a16:creationId xmlns:a16="http://schemas.microsoft.com/office/drawing/2014/main" id="{1321D198-8668-476D-9653-A070D8C22C1E}"/>
              </a:ext>
            </a:extLst>
          </p:cNvPr>
          <p:cNvSpPr>
            <a:spLocks xmlns:a="http://schemas.openxmlformats.org/drawingml/2006/main" noGrp="1"/>
          </p:cNvSpPr>
          <p:nvPr/>
        </p:nvSpPr>
        <p:spPr>
          <a:xfrm xmlns:a="http://schemas.openxmlformats.org/drawingml/2006/main">
            <a:off x="723900" y="5067300"/>
            <a:ext cx="1028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DEC6D5"/>
                </a:solidFill>
                <a:latin typeface="Helvetica Neue"/>
                <a:ea typeface="Helvetica Neue"/>
                <a:cs typeface="Helvetica Neue"/>
              </a:defRPr>
            </a:defPPr>
            <a:lvl1pPr>
              <a:defRPr sz="2025" b="0">
                <a:solidFill>
                  <a:srgbClr val="DEC6D5"/>
                </a:solidFill>
                <a:latin typeface="Helvetica Neue"/>
                <a:ea typeface="Helvetica Neue"/>
                <a:cs typeface="Helvetica Neue"/>
              </a:defRPr>
            </a:lvl1pPr>
            <a:lvl2pPr>
              <a:defRPr sz="2025" b="0">
                <a:solidFill>
                  <a:srgbClr val="DEC6D5"/>
                </a:solidFill>
                <a:latin typeface="Helvetica Neue"/>
                <a:ea typeface="Helvetica Neue"/>
                <a:cs typeface="Helvetica Neue"/>
              </a:defRPr>
            </a:lvl2pPr>
            <a:lvl3pPr>
              <a:defRPr sz="2025" b="0">
                <a:solidFill>
                  <a:srgbClr val="DEC6D5"/>
                </a:solidFill>
                <a:latin typeface="Helvetica Neue"/>
                <a:ea typeface="Helvetica Neue"/>
                <a:cs typeface="Helvetica Neue"/>
              </a:defRPr>
            </a:lvl3pPr>
            <a:lvl4pPr>
              <a:defRPr sz="2025" b="0">
                <a:solidFill>
                  <a:srgbClr val="DEC6D5"/>
                </a:solidFill>
                <a:latin typeface="Helvetica Neue"/>
                <a:ea typeface="Helvetica Neue"/>
                <a:cs typeface="Helvetica Neue"/>
              </a:defRPr>
            </a:lvl4pPr>
            <a:lvl5pPr>
              <a:defRPr sz="2025" b="0">
                <a:solidFill>
                  <a:srgbClr val="DEC6D5"/>
                </a:solidFill>
                <a:latin typeface="Helvetica Neue"/>
                <a:ea typeface="Helvetica Neue"/>
                <a:cs typeface="Helvetica Neue"/>
              </a:defRPr>
            </a:lvl5pPr>
            <a:lvl6pPr>
              <a:defRPr sz="2025" b="0">
                <a:solidFill>
                  <a:srgbClr val="DEC6D5"/>
                </a:solidFill>
                <a:latin typeface="Helvetica Neue"/>
                <a:ea typeface="Helvetica Neue"/>
                <a:cs typeface="Helvetica Neue"/>
              </a:defRPr>
            </a:lvl6pPr>
            <a:lvl7pPr>
              <a:defRPr sz="2025" b="0">
                <a:solidFill>
                  <a:srgbClr val="DEC6D5"/>
                </a:solidFill>
                <a:latin typeface="Helvetica Neue"/>
                <a:ea typeface="Helvetica Neue"/>
                <a:cs typeface="Helvetica Neue"/>
              </a:defRPr>
            </a:lvl7pPr>
            <a:lvl8pPr>
              <a:defRPr sz="2025" b="0">
                <a:solidFill>
                  <a:srgbClr val="DEC6D5"/>
                </a:solidFill>
                <a:latin typeface="Helvetica Neue"/>
                <a:ea typeface="Helvetica Neue"/>
                <a:cs typeface="Helvetica Neue"/>
              </a:defRPr>
            </a:lvl8pPr>
            <a:lvl9pPr>
              <a:defRPr sz="2025" b="0">
                <a:solidFill>
                  <a:srgbClr val="DEC6D5"/>
                </a:solidFill>
                <a:latin typeface="Helvetica Neue"/>
                <a:ea typeface="Helvetica Neue"/>
                <a:cs typeface="Helvetica Neue"/>
              </a:defRPr>
            </a:lvl9pPr>
          </a:lstStyle>
          <a:p xmlns:a="http://schemas.openxmlformats.org/drawingml/2006/main">
            <a:pPr>
              <a:defRPr sz="2025" b="0">
                <a:solidFill>
                  <a:srgbClr val="DEC6D5"/>
                </a:solidFill>
                <a:latin typeface="Helvetica Neue"/>
                <a:ea typeface="Helvetica Neue"/>
                <a:cs typeface="Helvetica Neue"/>
              </a:defRPr>
            </a:pPr>
            <a:r>
              <a:rPr sz="2025" b="0">
                <a:solidFill>
                  <a:srgbClr val="DEC6D5"/>
                </a:solidFill>
                <a:latin typeface="Helvetica Neue"/>
                <a:ea typeface="Helvetica Neue"/>
                <a:cs typeface="Helvetica Neue"/>
              </a:rPr>
              <a:t>CashGuard reuse is MIT-licensed. FAQ 35 eligibility still needs organizer approval.</a:t>
            </a:r>
          </a:p>
        </p:txBody>
      </p:sp>
      <p:sp>
        <p:nvSpPr>
          <p:cNvPr id="8" name="">
            <a:extLst xmlns:a="http://schemas.openxmlformats.org/drawingml/2006/main">
              <a:ext uri="{FF2B5EF4-FFF2-40B4-BE49-F238E27FC236}">
                <a16:creationId xmlns:a16="http://schemas.microsoft.com/office/drawing/2014/main" id="{36973878-EB6B-46E0-A9D7-AC21223FF403}"/>
              </a:ext>
            </a:extLst>
          </p:cNvPr>
          <p:cNvSpPr>
            <a:spLocks xmlns:a="http://schemas.openxmlformats.org/drawingml/2006/main" noGrp="1"/>
          </p:cNvSpPr>
          <p:nvPr/>
        </p:nvSpPr>
        <p:spPr>
          <a:xfrm xmlns:a="http://schemas.openxmlformats.org/drawingml/2006/main">
            <a:off x="723900" y="596265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FFFFF"/>
                </a:solidFill>
                <a:latin typeface="Helvetica Neue"/>
                <a:ea typeface="Helvetica Neue"/>
                <a:cs typeface="Helvetica Neue"/>
              </a:defRPr>
            </a:defPPr>
            <a:lvl1pPr>
              <a:defRPr sz="1875" b="0">
                <a:solidFill>
                  <a:srgbClr val="FFFFFF"/>
                </a:solidFill>
                <a:latin typeface="Helvetica Neue"/>
                <a:ea typeface="Helvetica Neue"/>
                <a:cs typeface="Helvetica Neue"/>
              </a:defRPr>
            </a:lvl1pPr>
            <a:lvl2pPr>
              <a:defRPr sz="1875" b="0">
                <a:solidFill>
                  <a:srgbClr val="FFFFFF"/>
                </a:solidFill>
                <a:latin typeface="Helvetica Neue"/>
                <a:ea typeface="Helvetica Neue"/>
                <a:cs typeface="Helvetica Neue"/>
              </a:defRPr>
            </a:lvl2pPr>
            <a:lvl3pPr>
              <a:defRPr sz="1875" b="0">
                <a:solidFill>
                  <a:srgbClr val="FFFFFF"/>
                </a:solidFill>
                <a:latin typeface="Helvetica Neue"/>
                <a:ea typeface="Helvetica Neue"/>
                <a:cs typeface="Helvetica Neue"/>
              </a:defRPr>
            </a:lvl3pPr>
            <a:lvl4pPr>
              <a:defRPr sz="1875" b="0">
                <a:solidFill>
                  <a:srgbClr val="FFFFFF"/>
                </a:solidFill>
                <a:latin typeface="Helvetica Neue"/>
                <a:ea typeface="Helvetica Neue"/>
                <a:cs typeface="Helvetica Neue"/>
              </a:defRPr>
            </a:lvl4pPr>
            <a:lvl5pPr>
              <a:defRPr sz="1875" b="0">
                <a:solidFill>
                  <a:srgbClr val="FFFFFF"/>
                </a:solidFill>
                <a:latin typeface="Helvetica Neue"/>
                <a:ea typeface="Helvetica Neue"/>
                <a:cs typeface="Helvetica Neue"/>
              </a:defRPr>
            </a:lvl5pPr>
            <a:lvl6pPr>
              <a:defRPr sz="1875" b="0">
                <a:solidFill>
                  <a:srgbClr val="FFFFFF"/>
                </a:solidFill>
                <a:latin typeface="Helvetica Neue"/>
                <a:ea typeface="Helvetica Neue"/>
                <a:cs typeface="Helvetica Neue"/>
              </a:defRPr>
            </a:lvl6pPr>
            <a:lvl7pPr>
              <a:defRPr sz="1875" b="0">
                <a:solidFill>
                  <a:srgbClr val="FFFFFF"/>
                </a:solidFill>
                <a:latin typeface="Helvetica Neue"/>
                <a:ea typeface="Helvetica Neue"/>
                <a:cs typeface="Helvetica Neue"/>
              </a:defRPr>
            </a:lvl7pPr>
            <a:lvl8pPr>
              <a:defRPr sz="1875" b="0">
                <a:solidFill>
                  <a:srgbClr val="FFFFFF"/>
                </a:solidFill>
                <a:latin typeface="Helvetica Neue"/>
                <a:ea typeface="Helvetica Neue"/>
                <a:cs typeface="Helvetica Neue"/>
              </a:defRPr>
            </a:lvl8pPr>
            <a:lvl9pPr>
              <a:defRPr sz="1875" b="0">
                <a:solidFill>
                  <a:srgbClr val="FFFFFF"/>
                </a:solidFill>
                <a:latin typeface="Helvetica Neue"/>
                <a:ea typeface="Helvetica Neue"/>
                <a:cs typeface="Helvetica Neue"/>
              </a:defRPr>
            </a:lvl9pPr>
          </a:lstStyle>
          <a:p xmlns:a="http://schemas.openxmlformats.org/drawingml/2006/main">
            <a:pPr>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hlinkClick xmlns:r="http://schemas.openxmlformats.org/officeDocument/2006/relationships" r:id="R7f30fa3bf70c4059"/>
              </a:rPr>
              <a:t>github.com/miraskbk/8bit-datathon-2026</a:t>
            </a:r>
          </a:p>
        </p:txBody>
      </p:sp>
    </p:spTree>
    <p:extLst>
      <p:ext uri="{BB962C8B-B14F-4D97-AF65-F5344CB8AC3E}">
        <p14:creationId xmlns:p14="http://schemas.microsoft.com/office/powerpoint/2010/main" val="1273632716"/>
      </p:ext>
    </p:extLst>
  </p:cSld>
</p:sld>
</file>

<file path=ppt/slides/slide9.xml><?xml version="1.0" encoding="utf-8"?>
<p:sld xmlns:p="http://schemas.openxmlformats.org/presentationml/2006/main">
  <p:cSld>
    <p:bg>
      <p:bgPr>
        <a:solidFill xmlns:a="http://schemas.openxmlformats.org/drawingml/2006/main">
          <a:srgbClr val="FCFA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D027210-C0BC-411B-8F42-36B9538A41DC}"/>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20151D"/>
                </a:solidFill>
                <a:latin typeface="Helvetica Neue"/>
                <a:ea typeface="Helvetica Neue"/>
                <a:cs typeface="Helvetica Neue"/>
              </a:defRPr>
            </a:defPPr>
            <a:lvl1pPr>
              <a:defRPr sz="3450" b="1">
                <a:solidFill>
                  <a:srgbClr val="20151D"/>
                </a:solidFill>
                <a:latin typeface="Helvetica Neue"/>
                <a:ea typeface="Helvetica Neue"/>
                <a:cs typeface="Helvetica Neue"/>
              </a:defRPr>
            </a:lvl1pPr>
            <a:lvl2pPr>
              <a:defRPr sz="3450" b="1">
                <a:solidFill>
                  <a:srgbClr val="20151D"/>
                </a:solidFill>
                <a:latin typeface="Helvetica Neue"/>
                <a:ea typeface="Helvetica Neue"/>
                <a:cs typeface="Helvetica Neue"/>
              </a:defRPr>
            </a:lvl2pPr>
            <a:lvl3pPr>
              <a:defRPr sz="3450" b="1">
                <a:solidFill>
                  <a:srgbClr val="20151D"/>
                </a:solidFill>
                <a:latin typeface="Helvetica Neue"/>
                <a:ea typeface="Helvetica Neue"/>
                <a:cs typeface="Helvetica Neue"/>
              </a:defRPr>
            </a:lvl3pPr>
            <a:lvl4pPr>
              <a:defRPr sz="3450" b="1">
                <a:solidFill>
                  <a:srgbClr val="20151D"/>
                </a:solidFill>
                <a:latin typeface="Helvetica Neue"/>
                <a:ea typeface="Helvetica Neue"/>
                <a:cs typeface="Helvetica Neue"/>
              </a:defRPr>
            </a:lvl4pPr>
            <a:lvl5pPr>
              <a:defRPr sz="3450" b="1">
                <a:solidFill>
                  <a:srgbClr val="20151D"/>
                </a:solidFill>
                <a:latin typeface="Helvetica Neue"/>
                <a:ea typeface="Helvetica Neue"/>
                <a:cs typeface="Helvetica Neue"/>
              </a:defRPr>
            </a:lvl5pPr>
            <a:lvl6pPr>
              <a:defRPr sz="3450" b="1">
                <a:solidFill>
                  <a:srgbClr val="20151D"/>
                </a:solidFill>
                <a:latin typeface="Helvetica Neue"/>
                <a:ea typeface="Helvetica Neue"/>
                <a:cs typeface="Helvetica Neue"/>
              </a:defRPr>
            </a:lvl6pPr>
            <a:lvl7pPr>
              <a:defRPr sz="3450" b="1">
                <a:solidFill>
                  <a:srgbClr val="20151D"/>
                </a:solidFill>
                <a:latin typeface="Helvetica Neue"/>
                <a:ea typeface="Helvetica Neue"/>
                <a:cs typeface="Helvetica Neue"/>
              </a:defRPr>
            </a:lvl7pPr>
            <a:lvl8pPr>
              <a:defRPr sz="3450" b="1">
                <a:solidFill>
                  <a:srgbClr val="20151D"/>
                </a:solidFill>
                <a:latin typeface="Helvetica Neue"/>
                <a:ea typeface="Helvetica Neue"/>
                <a:cs typeface="Helvetica Neue"/>
              </a:defRPr>
            </a:lvl8pPr>
            <a:lvl9pPr>
              <a:defRPr sz="3450" b="1">
                <a:solidFill>
                  <a:srgbClr val="20151D"/>
                </a:solidFill>
                <a:latin typeface="Helvetica Neue"/>
                <a:ea typeface="Helvetica Neue"/>
                <a:cs typeface="Helvetica Neue"/>
              </a:defRPr>
            </a:lvl9pPr>
          </a:lstStyle>
          <a:p xmlns:a="http://schemas.openxmlformats.org/drawingml/2006/main">
            <a:pPr>
              <a:defRPr sz="3450" b="1">
                <a:solidFill>
                  <a:srgbClr val="20151D"/>
                </a:solidFill>
                <a:latin typeface="Helvetica Neue"/>
                <a:ea typeface="Helvetica Neue"/>
                <a:cs typeface="Helvetica Neue"/>
              </a:defRPr>
            </a:pPr>
            <a:r>
              <a:rPr sz="3450" b="1">
                <a:solidFill>
                  <a:srgbClr val="20151D"/>
                </a:solidFill>
                <a:latin typeface="Helvetica Neue"/>
                <a:ea typeface="Helvetica Neue"/>
                <a:cs typeface="Helvetica Neue"/>
              </a:rPr>
              <a:t>Appendix: event coverage and sources</a:t>
            </a:r>
          </a:p>
        </p:txBody>
      </p:sp>
      <p:sp>
        <p:nvSpPr>
          <p:cNvPr id="2" name="">
            <a:extLst xmlns:a="http://schemas.openxmlformats.org/drawingml/2006/main">
              <a:ext uri="{FF2B5EF4-FFF2-40B4-BE49-F238E27FC236}">
                <a16:creationId xmlns:a16="http://schemas.microsoft.com/office/drawing/2014/main" id="{FC720DC6-27BA-4D44-9689-9AC3A1C858E5}"/>
              </a:ext>
            </a:extLst>
          </p:cNvPr>
          <p:cNvSpPr>
            <a:spLocks xmlns:a="http://schemas.openxmlformats.org/drawingml/2006/main" noGrp="1"/>
          </p:cNvSpPr>
          <p:nvPr/>
        </p:nvSpPr>
        <p:spPr>
          <a:xfrm xmlns:a="http://schemas.openxmlformats.org/drawingml/2006/main">
            <a:off x="6858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D626B"/>
                </a:solidFill>
                <a:latin typeface="Helvetica Neue"/>
                <a:ea typeface="Helvetica Neue"/>
                <a:cs typeface="Helvetica Neue"/>
              </a:defRPr>
            </a:defPPr>
            <a:lvl1pPr>
              <a:defRPr sz="1275" b="0">
                <a:solidFill>
                  <a:srgbClr val="6D626B"/>
                </a:solidFill>
                <a:latin typeface="Helvetica Neue"/>
                <a:ea typeface="Helvetica Neue"/>
                <a:cs typeface="Helvetica Neue"/>
              </a:defRPr>
            </a:lvl1pPr>
            <a:lvl2pPr>
              <a:defRPr sz="1275" b="0">
                <a:solidFill>
                  <a:srgbClr val="6D626B"/>
                </a:solidFill>
                <a:latin typeface="Helvetica Neue"/>
                <a:ea typeface="Helvetica Neue"/>
                <a:cs typeface="Helvetica Neue"/>
              </a:defRPr>
            </a:lvl2pPr>
            <a:lvl3pPr>
              <a:defRPr sz="1275" b="0">
                <a:solidFill>
                  <a:srgbClr val="6D626B"/>
                </a:solidFill>
                <a:latin typeface="Helvetica Neue"/>
                <a:ea typeface="Helvetica Neue"/>
                <a:cs typeface="Helvetica Neue"/>
              </a:defRPr>
            </a:lvl3pPr>
            <a:lvl4pPr>
              <a:defRPr sz="1275" b="0">
                <a:solidFill>
                  <a:srgbClr val="6D626B"/>
                </a:solidFill>
                <a:latin typeface="Helvetica Neue"/>
                <a:ea typeface="Helvetica Neue"/>
                <a:cs typeface="Helvetica Neue"/>
              </a:defRPr>
            </a:lvl4pPr>
            <a:lvl5pPr>
              <a:defRPr sz="1275" b="0">
                <a:solidFill>
                  <a:srgbClr val="6D626B"/>
                </a:solidFill>
                <a:latin typeface="Helvetica Neue"/>
                <a:ea typeface="Helvetica Neue"/>
                <a:cs typeface="Helvetica Neue"/>
              </a:defRPr>
            </a:lvl5pPr>
            <a:lvl6pPr>
              <a:defRPr sz="1275" b="0">
                <a:solidFill>
                  <a:srgbClr val="6D626B"/>
                </a:solidFill>
                <a:latin typeface="Helvetica Neue"/>
                <a:ea typeface="Helvetica Neue"/>
                <a:cs typeface="Helvetica Neue"/>
              </a:defRPr>
            </a:lvl6pPr>
            <a:lvl7pPr>
              <a:defRPr sz="1275" b="0">
                <a:solidFill>
                  <a:srgbClr val="6D626B"/>
                </a:solidFill>
                <a:latin typeface="Helvetica Neue"/>
                <a:ea typeface="Helvetica Neue"/>
                <a:cs typeface="Helvetica Neue"/>
              </a:defRPr>
            </a:lvl7pPr>
            <a:lvl8pPr>
              <a:defRPr sz="1275" b="0">
                <a:solidFill>
                  <a:srgbClr val="6D626B"/>
                </a:solidFill>
                <a:latin typeface="Helvetica Neue"/>
                <a:ea typeface="Helvetica Neue"/>
                <a:cs typeface="Helvetica Neue"/>
              </a:defRPr>
            </a:lvl8pPr>
            <a:lvl9pPr>
              <a:defRPr sz="1275" b="0">
                <a:solidFill>
                  <a:srgbClr val="6D626B"/>
                </a:solidFill>
                <a:latin typeface="Helvetica Neue"/>
                <a:ea typeface="Helvetica Neue"/>
                <a:cs typeface="Helvetica Neue"/>
              </a:defRPr>
            </a:lvl9pPr>
          </a:lstStyle>
          <a:p xmlns:a="http://schemas.openxmlformats.org/drawingml/2006/main">
            <a:pPr>
              <a:defRPr sz="1275" b="0">
                <a:solidFill>
                  <a:srgbClr val="6D626B"/>
                </a:solidFill>
                <a:latin typeface="Helvetica Neue"/>
                <a:ea typeface="Helvetica Neue"/>
                <a:cs typeface="Helvetica Neue"/>
              </a:defRPr>
            </a:pPr>
            <a:r>
              <a:rPr sz="1275" b="0">
                <a:solidFill>
                  <a:srgbClr val="6D626B"/>
                </a:solidFill>
                <a:latin typeface="Helvetica Neue"/>
                <a:ea typeface="Helvetica Neue"/>
                <a:cs typeface="Helvetica Neue"/>
              </a:rPr>
              <a:t>8bit  /  Datathon 26</a:t>
            </a:r>
          </a:p>
        </p:txBody>
      </p:sp>
      <p:sp>
        <p:nvSpPr>
          <p:cNvPr id="3" name="">
            <a:extLst xmlns:a="http://schemas.openxmlformats.org/drawingml/2006/main">
              <a:ext uri="{FF2B5EF4-FFF2-40B4-BE49-F238E27FC236}">
                <a16:creationId xmlns:a16="http://schemas.microsoft.com/office/drawing/2014/main" id="{C915302A-7075-458D-B893-F599AC393D93}"/>
              </a:ext>
            </a:extLst>
          </p:cNvPr>
          <p:cNvSpPr>
            <a:spLocks xmlns:a="http://schemas.openxmlformats.org/drawingml/2006/main" noGrp="1"/>
          </p:cNvSpPr>
          <p:nvPr/>
        </p:nvSpPr>
        <p:spPr>
          <a:xfrm xmlns:a="http://schemas.openxmlformats.org/drawingml/2006/main">
            <a:off x="11096625"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D626B"/>
                </a:solidFill>
                <a:latin typeface="Helvetica Neue"/>
                <a:ea typeface="Helvetica Neue"/>
                <a:cs typeface="Helvetica Neue"/>
              </a:defRPr>
            </a:defPPr>
            <a:lvl1pPr>
              <a:defRPr sz="1275" b="0">
                <a:solidFill>
                  <a:srgbClr val="6D626B"/>
                </a:solidFill>
                <a:latin typeface="Helvetica Neue"/>
                <a:ea typeface="Helvetica Neue"/>
                <a:cs typeface="Helvetica Neue"/>
              </a:defRPr>
            </a:lvl1pPr>
            <a:lvl2pPr>
              <a:defRPr sz="1275" b="0">
                <a:solidFill>
                  <a:srgbClr val="6D626B"/>
                </a:solidFill>
                <a:latin typeface="Helvetica Neue"/>
                <a:ea typeface="Helvetica Neue"/>
                <a:cs typeface="Helvetica Neue"/>
              </a:defRPr>
            </a:lvl2pPr>
            <a:lvl3pPr>
              <a:defRPr sz="1275" b="0">
                <a:solidFill>
                  <a:srgbClr val="6D626B"/>
                </a:solidFill>
                <a:latin typeface="Helvetica Neue"/>
                <a:ea typeface="Helvetica Neue"/>
                <a:cs typeface="Helvetica Neue"/>
              </a:defRPr>
            </a:lvl3pPr>
            <a:lvl4pPr>
              <a:defRPr sz="1275" b="0">
                <a:solidFill>
                  <a:srgbClr val="6D626B"/>
                </a:solidFill>
                <a:latin typeface="Helvetica Neue"/>
                <a:ea typeface="Helvetica Neue"/>
                <a:cs typeface="Helvetica Neue"/>
              </a:defRPr>
            </a:lvl4pPr>
            <a:lvl5pPr>
              <a:defRPr sz="1275" b="0">
                <a:solidFill>
                  <a:srgbClr val="6D626B"/>
                </a:solidFill>
                <a:latin typeface="Helvetica Neue"/>
                <a:ea typeface="Helvetica Neue"/>
                <a:cs typeface="Helvetica Neue"/>
              </a:defRPr>
            </a:lvl5pPr>
            <a:lvl6pPr>
              <a:defRPr sz="1275" b="0">
                <a:solidFill>
                  <a:srgbClr val="6D626B"/>
                </a:solidFill>
                <a:latin typeface="Helvetica Neue"/>
                <a:ea typeface="Helvetica Neue"/>
                <a:cs typeface="Helvetica Neue"/>
              </a:defRPr>
            </a:lvl6pPr>
            <a:lvl7pPr>
              <a:defRPr sz="1275" b="0">
                <a:solidFill>
                  <a:srgbClr val="6D626B"/>
                </a:solidFill>
                <a:latin typeface="Helvetica Neue"/>
                <a:ea typeface="Helvetica Neue"/>
                <a:cs typeface="Helvetica Neue"/>
              </a:defRPr>
            </a:lvl7pPr>
            <a:lvl8pPr>
              <a:defRPr sz="1275" b="0">
                <a:solidFill>
                  <a:srgbClr val="6D626B"/>
                </a:solidFill>
                <a:latin typeface="Helvetica Neue"/>
                <a:ea typeface="Helvetica Neue"/>
                <a:cs typeface="Helvetica Neue"/>
              </a:defRPr>
            </a:lvl8pPr>
            <a:lvl9pPr>
              <a:defRPr sz="1275" b="0">
                <a:solidFill>
                  <a:srgbClr val="6D626B"/>
                </a:solidFill>
                <a:latin typeface="Helvetica Neue"/>
                <a:ea typeface="Helvetica Neue"/>
                <a:cs typeface="Helvetica Neue"/>
              </a:defRPr>
            </a:lvl9pPr>
          </a:lstStyle>
          <a:p xmlns:a="http://schemas.openxmlformats.org/drawingml/2006/main">
            <a:pPr>
              <a:defRPr sz="1275" b="0">
                <a:solidFill>
                  <a:srgbClr val="6D626B"/>
                </a:solidFill>
                <a:latin typeface="Helvetica Neue"/>
                <a:ea typeface="Helvetica Neue"/>
                <a:cs typeface="Helvetica Neue"/>
              </a:defRPr>
            </a:pPr>
            <a:r>
              <a:rPr sz="1275" b="0">
                <a:solidFill>
                  <a:srgbClr val="6D626B"/>
                </a:solidFill>
                <a:latin typeface="Helvetica Neue"/>
                <a:ea typeface="Helvetica Neue"/>
                <a:cs typeface="Helvetica Neue"/>
              </a:rPr>
              <a:t>09</a:t>
            </a:r>
          </a:p>
        </p:txBody>
      </p:sp>
      <p:graphicFrame>
        <p:nvGraphicFramePr>
          <p:cNvPr id="4" name="">
            <a:extLst xmlns:a="http://schemas.openxmlformats.org/drawingml/2006/main">
              <a:ext uri="{FF2B5EF4-FFF2-40B4-BE49-F238E27FC236}">
                <a16:creationId xmlns:a16="http://schemas.microsoft.com/office/drawing/2014/main" id="{EBB7C7EC-0237-4DB4-BF56-D8A73116E93C}"/>
              </a:ext>
            </a:extLst>
          </p:cNvPr>
          <p:cNvGraphicFramePr/>
          <p:nvPr/>
        </p:nvGraphicFramePr>
        <p:xfrm>
          <a:off xmlns:a="http://schemas.openxmlformats.org/drawingml/2006/main" x="685800" y="1619250"/>
          <a:ext xmlns:a="http://schemas.openxmlformats.org/drawingml/2006/main" cx="10820400" cy="4191000"/>
        </p:xfrm>
        <a:graphic xmlns:a="http://schemas.openxmlformats.org/drawingml/2006/main">
          <a:graphicData uri="http://schemas.openxmlformats.org/drawingml/2006/table">
            <a:tbl>
              <a:tblPr/>
              <a:tblGrid>
                <a:gridCol w="809625"/>
                <a:gridCol w="5953125"/>
                <a:gridCol w="4057650"/>
              </a:tblGrid>
              <a:tr h="465667">
                <a:tc>
                  <a:txBody>
                    <a:bodyPr lIns="114300" tIns="114300" rIns="114300" bIns="114300"/>
                    <a:lstStyle/>
                    <a:p>
                      <a:r>
                        <a:rPr sz="1725" b="1">
                          <a:solidFill>
                            <a:srgbClr val="FFFFFF"/>
                          </a:solidFill>
                          <a:latin typeface="Helvetica Neue"/>
                          <a:ea typeface="Helvetica Neue"/>
                          <a:cs typeface="Helvetica Neue"/>
                        </a:rPr>
                        <a:t>Code</a:t>
                      </a:r>
                    </a:p>
                  </a:txBody>
                  <a:tcPr marL="91440" marR="91440" marT="45720" marB="45720" anchor="ctr">
                    <a:lnL w="9525">
                      <a:solidFill>
                        <a:srgbClr val="E4D8E0"/>
                      </a:solidFill>
                      <a:prstDash val="solid"/>
                    </a:lnL>
                    <a:lnR w="9525">
                      <a:solidFill>
                        <a:srgbClr val="E4D8E0"/>
                      </a:solidFill>
                      <a:prstDash val="solid"/>
                    </a:lnR>
                    <a:lnT w="9525">
                      <a:solidFill>
                        <a:srgbClr val="E4D8E0"/>
                      </a:solidFill>
                      <a:prstDash val="solid"/>
                    </a:lnT>
                    <a:lnB w="9525">
                      <a:solidFill>
                        <a:srgbClr val="E4D8E0"/>
                      </a:solidFill>
                      <a:prstDash val="solid"/>
                    </a:lnB>
                    <a:solidFill>
                      <a:srgbClr val="2B1021"/>
                    </a:solidFill>
                  </a:tcPr>
                </a:tc>
                <a:tc>
                  <a:txBody>
                    <a:bodyPr lIns="114300" tIns="114300" rIns="114300" bIns="114300"/>
                    <a:lstStyle/>
                    <a:p>
                      <a:r>
                        <a:rPr sz="1725" b="1">
                          <a:solidFill>
                            <a:srgbClr val="FFFFFF"/>
                          </a:solidFill>
                          <a:latin typeface="Helvetica Neue"/>
                          <a:ea typeface="Helvetica Neue"/>
                          <a:cs typeface="Helvetica Neue"/>
                        </a:rPr>
                        <a:t>Visible indicator</a:t>
                      </a:r>
                    </a:p>
                  </a:txBody>
                  <a:tcPr marL="91440" marR="91440" marT="45720" marB="45720" anchor="ctr">
                    <a:lnR w="9525">
                      <a:solidFill>
                        <a:srgbClr val="E4D8E0"/>
                      </a:solidFill>
                      <a:prstDash val="solid"/>
                    </a:lnR>
                    <a:lnT w="9525">
                      <a:solidFill>
                        <a:srgbClr val="E4D8E0"/>
                      </a:solidFill>
                      <a:prstDash val="solid"/>
                    </a:lnT>
                    <a:lnB w="9525">
                      <a:solidFill>
                        <a:srgbClr val="E4D8E0"/>
                      </a:solidFill>
                      <a:prstDash val="solid"/>
                    </a:lnB>
                    <a:solidFill>
                      <a:srgbClr val="2B1021"/>
                    </a:solidFill>
                  </a:tcPr>
                </a:tc>
                <a:tc>
                  <a:txBody>
                    <a:bodyPr lIns="114300" tIns="114300" rIns="114300" bIns="114300"/>
                    <a:lstStyle/>
                    <a:p>
                      <a:r>
                        <a:rPr sz="1725" b="1">
                          <a:solidFill>
                            <a:srgbClr val="FFFFFF"/>
                          </a:solidFill>
                          <a:latin typeface="Helvetica Neue"/>
                          <a:ea typeface="Helvetica Neue"/>
                          <a:cs typeface="Helvetica Neue"/>
                        </a:rPr>
                        <a:t>Primary source mapping</a:t>
                      </a:r>
                    </a:p>
                  </a:txBody>
                  <a:tcPr marL="91440" marR="91440" marT="45720" marB="45720" anchor="ctr">
                    <a:lnR w="9525">
                      <a:solidFill>
                        <a:srgbClr val="E4D8E0"/>
                      </a:solidFill>
                      <a:prstDash val="solid"/>
                    </a:lnR>
                    <a:lnT w="9525">
                      <a:solidFill>
                        <a:srgbClr val="E4D8E0"/>
                      </a:solidFill>
                      <a:prstDash val="solid"/>
                    </a:lnT>
                    <a:lnB w="9525">
                      <a:solidFill>
                        <a:srgbClr val="E4D8E0"/>
                      </a:solidFill>
                      <a:prstDash val="solid"/>
                    </a:lnB>
                    <a:solidFill>
                      <a:srgbClr val="2B1021"/>
                    </a:solidFill>
                  </a:tcPr>
                </a:tc>
              </a:tr>
              <a:tr h="465667">
                <a:tc>
                  <a:txBody>
                    <a:bodyPr lIns="114300" tIns="114300" rIns="114300" bIns="114300"/>
                    <a:lstStyle/>
                    <a:p>
                      <a:r>
                        <a:rPr sz="1725" b="0">
                          <a:solidFill>
                            <a:srgbClr val="20151D"/>
                          </a:solidFill>
                          <a:latin typeface="Helvetica Neue"/>
                          <a:ea typeface="Helvetica Neue"/>
                          <a:cs typeface="Helvetica Neue"/>
                        </a:rPr>
                        <a:t>A</a:t>
                      </a:r>
                    </a:p>
                  </a:txBody>
                  <a:tcPr marL="91440" marR="91440" marT="45720" marB="45720" anchor="ctr">
                    <a:lnL w="9525">
                      <a:solidFill>
                        <a:srgbClr val="E4D8E0"/>
                      </a:solidFill>
                      <a:prstDash val="solid"/>
                    </a:lnL>
                    <a:lnR w="9525">
                      <a:solidFill>
                        <a:srgbClr val="E4D8E0"/>
                      </a:solidFill>
                      <a:prstDash val="solid"/>
                    </a:lnR>
                    <a:lnB w="9525">
                      <a:solidFill>
                        <a:srgbClr val="E4D8E0"/>
                      </a:solidFill>
                      <a:prstDash val="solid"/>
                    </a:lnB>
                    <a:solidFill>
                      <a:srgbClr val="FFFFFF"/>
                    </a:solidFill>
                  </a:tcPr>
                </a:tc>
                <a:tc>
                  <a:txBody>
                    <a:bodyPr lIns="114300" tIns="114300" rIns="114300" bIns="114300"/>
                    <a:lstStyle/>
                    <a:p>
                      <a:r>
                        <a:rPr sz="1725" b="0">
                          <a:solidFill>
                            <a:srgbClr val="20151D"/>
                          </a:solidFill>
                          <a:latin typeface="Helvetica Neue"/>
                          <a:ea typeface="Helvetica Neue"/>
                          <a:cs typeface="Helvetica Neue"/>
                        </a:rPr>
                        <a:t>Valuable-like objects after departure</a:t>
                      </a:r>
                    </a:p>
                  </a:txBody>
                  <a:tcPr marL="91440" marR="91440" marT="45720" marB="45720" anchor="ctr">
                    <a:lnR w="9525">
                      <a:solidFill>
                        <a:srgbClr val="E4D8E0"/>
                      </a:solidFill>
                      <a:prstDash val="solid"/>
                    </a:lnR>
                    <a:lnB w="9525">
                      <a:solidFill>
                        <a:srgbClr val="E4D8E0"/>
                      </a:solidFill>
                      <a:prstDash val="solid"/>
                    </a:lnB>
                    <a:solidFill>
                      <a:srgbClr val="FFFFFF"/>
                    </a:solidFill>
                  </a:tcPr>
                </a:tc>
                <a:tc>
                  <a:txBody>
                    <a:bodyPr lIns="114300" tIns="114300" rIns="114300" bIns="114300"/>
                    <a:lstStyle/>
                    <a:p>
                      <a:r>
                        <a:rPr sz="1725" b="0">
                          <a:solidFill>
                            <a:srgbClr val="20151D"/>
                          </a:solidFill>
                          <a:latin typeface="Helvetica Neue"/>
                          <a:ea typeface="Helvetica Neue"/>
                          <a:cs typeface="Helvetica Neue"/>
                        </a:rPr>
                        <a:t>№ 231, points 20/22</a:t>
                      </a:r>
                    </a:p>
                  </a:txBody>
                  <a:tcPr marL="91440" marR="91440" marT="45720" marB="45720" anchor="ctr">
                    <a:lnR w="9525">
                      <a:solidFill>
                        <a:srgbClr val="E4D8E0"/>
                      </a:solidFill>
                      <a:prstDash val="solid"/>
                    </a:lnR>
                    <a:lnB w="9525">
                      <a:solidFill>
                        <a:srgbClr val="E4D8E0"/>
                      </a:solidFill>
                      <a:prstDash val="solid"/>
                    </a:lnB>
                    <a:solidFill>
                      <a:srgbClr val="FFFFFF"/>
                    </a:solidFill>
                  </a:tcPr>
                </a:tc>
              </a:tr>
              <a:tr h="465667">
                <a:tc>
                  <a:txBody>
                    <a:bodyPr lIns="114300" tIns="114300" rIns="114300" bIns="114300"/>
                    <a:lstStyle/>
                    <a:p>
                      <a:r>
                        <a:rPr sz="1725" b="0">
                          <a:solidFill>
                            <a:srgbClr val="20151D"/>
                          </a:solidFill>
                          <a:latin typeface="Helvetica Neue"/>
                          <a:ea typeface="Helvetica Neue"/>
                          <a:cs typeface="Helvetica Neue"/>
                        </a:rPr>
                        <a:t>B</a:t>
                      </a:r>
                    </a:p>
                  </a:txBody>
                  <a:tcPr marL="91440" marR="91440" marT="45720" marB="45720" anchor="ctr">
                    <a:lnL w="9525">
                      <a:solidFill>
                        <a:srgbClr val="E4D8E0"/>
                      </a:solidFill>
                      <a:prstDash val="solid"/>
                    </a:lnL>
                    <a:lnR w="9525">
                      <a:solidFill>
                        <a:srgbClr val="E4D8E0"/>
                      </a:solidFill>
                      <a:prstDash val="solid"/>
                    </a:lnR>
                    <a:lnB w="9525">
                      <a:solidFill>
                        <a:srgbClr val="E4D8E0"/>
                      </a:solidFill>
                      <a:prstDash val="solid"/>
                    </a:lnB>
                    <a:solidFill>
                      <a:srgbClr val="F5EEF2"/>
                    </a:solidFill>
                  </a:tcPr>
                </a:tc>
                <a:tc>
                  <a:txBody>
                    <a:bodyPr lIns="114300" tIns="114300" rIns="114300" bIns="114300"/>
                    <a:lstStyle/>
                    <a:p>
                      <a:r>
                        <a:rPr sz="1725" b="0">
                          <a:solidFill>
                            <a:srgbClr val="20151D"/>
                          </a:solidFill>
                          <a:latin typeface="Helvetica Neue"/>
                          <a:ea typeface="Helvetica Neue"/>
                          <a:cs typeface="Helvetica Neue"/>
                        </a:rPr>
                        <a:t>Open safe after departure</a:t>
                      </a:r>
                    </a:p>
                  </a:txBody>
                  <a:tcPr marL="91440" marR="91440" marT="45720" marB="45720" anchor="ctr">
                    <a:lnR w="9525">
                      <a:solidFill>
                        <a:srgbClr val="E4D8E0"/>
                      </a:solidFill>
                      <a:prstDash val="solid"/>
                    </a:lnR>
                    <a:lnB w="9525">
                      <a:solidFill>
                        <a:srgbClr val="E4D8E0"/>
                      </a:solidFill>
                      <a:prstDash val="solid"/>
                    </a:lnB>
                    <a:solidFill>
                      <a:srgbClr val="F5EEF2"/>
                    </a:solidFill>
                  </a:tcPr>
                </a:tc>
                <a:tc>
                  <a:txBody>
                    <a:bodyPr lIns="114300" tIns="114300" rIns="114300" bIns="114300"/>
                    <a:lstStyle/>
                    <a:p>
                      <a:r>
                        <a:rPr sz="1725" b="0">
                          <a:solidFill>
                            <a:srgbClr val="20151D"/>
                          </a:solidFill>
                          <a:latin typeface="Helvetica Neue"/>
                          <a:ea typeface="Helvetica Neue"/>
                          <a:cs typeface="Helvetica Neue"/>
                        </a:rPr>
                        <a:t>№ 231, points 20/80</a:t>
                      </a:r>
                    </a:p>
                  </a:txBody>
                  <a:tcPr marL="91440" marR="91440" marT="45720" marB="45720" anchor="ctr">
                    <a:lnR w="9525">
                      <a:solidFill>
                        <a:srgbClr val="E4D8E0"/>
                      </a:solidFill>
                      <a:prstDash val="solid"/>
                    </a:lnR>
                    <a:lnB w="9525">
                      <a:solidFill>
                        <a:srgbClr val="E4D8E0"/>
                      </a:solidFill>
                      <a:prstDash val="solid"/>
                    </a:lnB>
                    <a:solidFill>
                      <a:srgbClr val="F5EEF2"/>
                    </a:solidFill>
                  </a:tcPr>
                </a:tc>
              </a:tr>
              <a:tr h="465667">
                <a:tc>
                  <a:txBody>
                    <a:bodyPr lIns="114300" tIns="114300" rIns="114300" bIns="114300"/>
                    <a:lstStyle/>
                    <a:p>
                      <a:r>
                        <a:rPr sz="1725" b="0">
                          <a:solidFill>
                            <a:srgbClr val="20151D"/>
                          </a:solidFill>
                          <a:latin typeface="Helvetica Neue"/>
                          <a:ea typeface="Helvetica Neue"/>
                          <a:cs typeface="Helvetica Neue"/>
                        </a:rPr>
                        <a:t>C</a:t>
                      </a:r>
                    </a:p>
                  </a:txBody>
                  <a:tcPr marL="91440" marR="91440" marT="45720" marB="45720" anchor="ctr">
                    <a:lnL w="9525">
                      <a:solidFill>
                        <a:srgbClr val="E4D8E0"/>
                      </a:solidFill>
                      <a:prstDash val="solid"/>
                    </a:lnL>
                    <a:lnR w="9525">
                      <a:solidFill>
                        <a:srgbClr val="E4D8E0"/>
                      </a:solidFill>
                      <a:prstDash val="solid"/>
                    </a:lnR>
                    <a:lnB w="9525">
                      <a:solidFill>
                        <a:srgbClr val="E4D8E0"/>
                      </a:solidFill>
                      <a:prstDash val="solid"/>
                    </a:lnB>
                    <a:solidFill>
                      <a:srgbClr val="FFFFFF"/>
                    </a:solidFill>
                  </a:tcPr>
                </a:tc>
                <a:tc>
                  <a:txBody>
                    <a:bodyPr lIns="114300" tIns="114300" rIns="114300" bIns="114300"/>
                    <a:lstStyle/>
                    <a:p>
                      <a:r>
                        <a:rPr sz="1725" b="0">
                          <a:solidFill>
                            <a:srgbClr val="20151D"/>
                          </a:solidFill>
                          <a:latin typeface="Helvetica Neue"/>
                          <a:ea typeface="Helvetica Neue"/>
                          <a:cs typeface="Helvetica Neue"/>
                        </a:rPr>
                        <a:t>Cash-like objects when another visitor appears</a:t>
                      </a:r>
                    </a:p>
                  </a:txBody>
                  <a:tcPr marL="91440" marR="91440" marT="45720" marB="45720" anchor="ctr">
                    <a:lnR w="9525">
                      <a:solidFill>
                        <a:srgbClr val="E4D8E0"/>
                      </a:solidFill>
                      <a:prstDash val="solid"/>
                    </a:lnR>
                    <a:lnB w="9525">
                      <a:solidFill>
                        <a:srgbClr val="E4D8E0"/>
                      </a:solidFill>
                      <a:prstDash val="solid"/>
                    </a:lnB>
                    <a:solidFill>
                      <a:srgbClr val="FFFFFF"/>
                    </a:solidFill>
                  </a:tcPr>
                </a:tc>
                <a:tc>
                  <a:txBody>
                    <a:bodyPr lIns="114300" tIns="114300" rIns="114300" bIns="114300"/>
                    <a:lstStyle/>
                    <a:p>
                      <a:r>
                        <a:rPr sz="1725" b="0">
                          <a:solidFill>
                            <a:srgbClr val="20151D"/>
                          </a:solidFill>
                          <a:latin typeface="Helvetica Neue"/>
                          <a:ea typeface="Helvetica Neue"/>
                          <a:cs typeface="Helvetica Neue"/>
                        </a:rPr>
                        <a:t>№ 231, point 20</a:t>
                      </a:r>
                    </a:p>
                  </a:txBody>
                  <a:tcPr marL="91440" marR="91440" marT="45720" marB="45720" anchor="ctr">
                    <a:lnR w="9525">
                      <a:solidFill>
                        <a:srgbClr val="E4D8E0"/>
                      </a:solidFill>
                      <a:prstDash val="solid"/>
                    </a:lnR>
                    <a:lnB w="9525">
                      <a:solidFill>
                        <a:srgbClr val="E4D8E0"/>
                      </a:solidFill>
                      <a:prstDash val="solid"/>
                    </a:lnB>
                    <a:solidFill>
                      <a:srgbClr val="FFFFFF"/>
                    </a:solidFill>
                  </a:tcPr>
                </a:tc>
              </a:tr>
              <a:tr h="465667">
                <a:tc>
                  <a:txBody>
                    <a:bodyPr lIns="114300" tIns="114300" rIns="114300" bIns="114300"/>
                    <a:lstStyle/>
                    <a:p>
                      <a:r>
                        <a:rPr sz="1725" b="0">
                          <a:solidFill>
                            <a:srgbClr val="20151D"/>
                          </a:solidFill>
                          <a:latin typeface="Helvetica Neue"/>
                          <a:ea typeface="Helvetica Neue"/>
                          <a:cs typeface="Helvetica Neue"/>
                        </a:rPr>
                        <a:t>E</a:t>
                      </a:r>
                    </a:p>
                  </a:txBody>
                  <a:tcPr marL="91440" marR="91440" marT="45720" marB="45720" anchor="ctr">
                    <a:lnL w="9525">
                      <a:solidFill>
                        <a:srgbClr val="E4D8E0"/>
                      </a:solidFill>
                      <a:prstDash val="solid"/>
                    </a:lnL>
                    <a:lnR w="9525">
                      <a:solidFill>
                        <a:srgbClr val="E4D8E0"/>
                      </a:solidFill>
                      <a:prstDash val="solid"/>
                    </a:lnR>
                    <a:lnB w="9525">
                      <a:solidFill>
                        <a:srgbClr val="E4D8E0"/>
                      </a:solidFill>
                      <a:prstDash val="solid"/>
                    </a:lnB>
                    <a:solidFill>
                      <a:srgbClr val="F5EEF2"/>
                    </a:solidFill>
                  </a:tcPr>
                </a:tc>
                <a:tc>
                  <a:txBody>
                    <a:bodyPr lIns="114300" tIns="114300" rIns="114300" bIns="114300"/>
                    <a:lstStyle/>
                    <a:p>
                      <a:r>
                        <a:rPr sz="1725" b="0">
                          <a:solidFill>
                            <a:srgbClr val="20151D"/>
                          </a:solidFill>
                          <a:latin typeface="Helvetica Neue"/>
                          <a:ea typeface="Helvetica Neue"/>
                          <a:cs typeface="Helvetica Neue"/>
                        </a:rPr>
                        <a:t>Additional person in cash zone</a:t>
                      </a:r>
                    </a:p>
                  </a:txBody>
                  <a:tcPr marL="91440" marR="91440" marT="45720" marB="45720" anchor="ctr">
                    <a:lnR w="9525">
                      <a:solidFill>
                        <a:srgbClr val="E4D8E0"/>
                      </a:solidFill>
                      <a:prstDash val="solid"/>
                    </a:lnR>
                    <a:lnB w="9525">
                      <a:solidFill>
                        <a:srgbClr val="E4D8E0"/>
                      </a:solidFill>
                      <a:prstDash val="solid"/>
                    </a:lnB>
                    <a:solidFill>
                      <a:srgbClr val="F5EEF2"/>
                    </a:solidFill>
                  </a:tcPr>
                </a:tc>
                <a:tc>
                  <a:txBody>
                    <a:bodyPr lIns="114300" tIns="114300" rIns="114300" bIns="114300"/>
                    <a:lstStyle/>
                    <a:p>
                      <a:r>
                        <a:rPr sz="1725" b="0">
                          <a:solidFill>
                            <a:srgbClr val="20151D"/>
                          </a:solidFill>
                          <a:latin typeface="Helvetica Neue"/>
                          <a:ea typeface="Helvetica Neue"/>
                          <a:cs typeface="Helvetica Neue"/>
                        </a:rPr>
                        <a:t>№ 14, points 8/16</a:t>
                      </a:r>
                    </a:p>
                  </a:txBody>
                  <a:tcPr marL="91440" marR="91440" marT="45720" marB="45720" anchor="ctr">
                    <a:lnR w="9525">
                      <a:solidFill>
                        <a:srgbClr val="E4D8E0"/>
                      </a:solidFill>
                      <a:prstDash val="solid"/>
                    </a:lnR>
                    <a:lnB w="9525">
                      <a:solidFill>
                        <a:srgbClr val="E4D8E0"/>
                      </a:solidFill>
                      <a:prstDash val="solid"/>
                    </a:lnB>
                    <a:solidFill>
                      <a:srgbClr val="F5EEF2"/>
                    </a:solidFill>
                  </a:tcPr>
                </a:tc>
              </a:tr>
              <a:tr h="465667">
                <a:tc>
                  <a:txBody>
                    <a:bodyPr lIns="114300" tIns="114300" rIns="114300" bIns="114300"/>
                    <a:lstStyle/>
                    <a:p>
                      <a:r>
                        <a:rPr sz="1725" b="0">
                          <a:solidFill>
                            <a:srgbClr val="20151D"/>
                          </a:solidFill>
                          <a:latin typeface="Helvetica Neue"/>
                          <a:ea typeface="Helvetica Neue"/>
                          <a:cs typeface="Helvetica Neue"/>
                        </a:rPr>
                        <a:t>F</a:t>
                      </a:r>
                    </a:p>
                  </a:txBody>
                  <a:tcPr marL="91440" marR="91440" marT="45720" marB="45720" anchor="ctr">
                    <a:lnL w="9525">
                      <a:solidFill>
                        <a:srgbClr val="E4D8E0"/>
                      </a:solidFill>
                      <a:prstDash val="solid"/>
                    </a:lnL>
                    <a:lnR w="9525">
                      <a:solidFill>
                        <a:srgbClr val="E4D8E0"/>
                      </a:solidFill>
                      <a:prstDash val="solid"/>
                    </a:lnR>
                    <a:lnB w="9525">
                      <a:solidFill>
                        <a:srgbClr val="E4D8E0"/>
                      </a:solidFill>
                      <a:prstDash val="solid"/>
                    </a:lnB>
                    <a:solidFill>
                      <a:srgbClr val="FFFFFF"/>
                    </a:solidFill>
                  </a:tcPr>
                </a:tc>
                <a:tc>
                  <a:txBody>
                    <a:bodyPr lIns="114300" tIns="114300" rIns="114300" bIns="114300"/>
                    <a:lstStyle/>
                    <a:p>
                      <a:r>
                        <a:rPr sz="1725" b="0">
                          <a:solidFill>
                            <a:srgbClr val="20151D"/>
                          </a:solidFill>
                          <a:latin typeface="Helvetica Neue"/>
                          <a:ea typeface="Helvetica Neue"/>
                          <a:cs typeface="Helvetica Neue"/>
                        </a:rPr>
                        <a:t>Short visible bag handoff</a:t>
                      </a:r>
                    </a:p>
                  </a:txBody>
                  <a:tcPr marL="91440" marR="91440" marT="45720" marB="45720" anchor="ctr">
                    <a:lnR w="9525">
                      <a:solidFill>
                        <a:srgbClr val="E4D8E0"/>
                      </a:solidFill>
                      <a:prstDash val="solid"/>
                    </a:lnR>
                    <a:lnB w="9525">
                      <a:solidFill>
                        <a:srgbClr val="E4D8E0"/>
                      </a:solidFill>
                      <a:prstDash val="solid"/>
                    </a:lnB>
                    <a:solidFill>
                      <a:srgbClr val="FFFFFF"/>
                    </a:solidFill>
                  </a:tcPr>
                </a:tc>
                <a:tc>
                  <a:txBody>
                    <a:bodyPr lIns="114300" tIns="114300" rIns="114300" bIns="114300"/>
                    <a:lstStyle/>
                    <a:p>
                      <a:r>
                        <a:rPr sz="1725" b="0">
                          <a:solidFill>
                            <a:srgbClr val="20151D"/>
                          </a:solidFill>
                          <a:latin typeface="Helvetica Neue"/>
                          <a:ea typeface="Helvetica Neue"/>
                          <a:cs typeface="Helvetica Neue"/>
                        </a:rPr>
                        <a:t>№ 231, points 24/25</a:t>
                      </a:r>
                    </a:p>
                  </a:txBody>
                  <a:tcPr marL="91440" marR="91440" marT="45720" marB="45720" anchor="ctr">
                    <a:lnR w="9525">
                      <a:solidFill>
                        <a:srgbClr val="E4D8E0"/>
                      </a:solidFill>
                      <a:prstDash val="solid"/>
                    </a:lnR>
                    <a:lnB w="9525">
                      <a:solidFill>
                        <a:srgbClr val="E4D8E0"/>
                      </a:solidFill>
                      <a:prstDash val="solid"/>
                    </a:lnB>
                    <a:solidFill>
                      <a:srgbClr val="FFFFFF"/>
                    </a:solidFill>
                  </a:tcPr>
                </a:tc>
              </a:tr>
              <a:tr h="465667">
                <a:tc>
                  <a:txBody>
                    <a:bodyPr lIns="114300" tIns="114300" rIns="114300" bIns="114300"/>
                    <a:lstStyle/>
                    <a:p>
                      <a:r>
                        <a:rPr sz="1725" b="0">
                          <a:solidFill>
                            <a:srgbClr val="20151D"/>
                          </a:solidFill>
                          <a:latin typeface="Helvetica Neue"/>
                          <a:ea typeface="Helvetica Neue"/>
                          <a:cs typeface="Helvetica Neue"/>
                        </a:rPr>
                        <a:t>G</a:t>
                      </a:r>
                    </a:p>
                  </a:txBody>
                  <a:tcPr marL="91440" marR="91440" marT="45720" marB="45720" anchor="ctr">
                    <a:lnL w="9525">
                      <a:solidFill>
                        <a:srgbClr val="E4D8E0"/>
                      </a:solidFill>
                      <a:prstDash val="solid"/>
                    </a:lnL>
                    <a:lnR w="9525">
                      <a:solidFill>
                        <a:srgbClr val="E4D8E0"/>
                      </a:solidFill>
                      <a:prstDash val="solid"/>
                    </a:lnR>
                    <a:lnB w="9525">
                      <a:solidFill>
                        <a:srgbClr val="E4D8E0"/>
                      </a:solidFill>
                      <a:prstDash val="solid"/>
                    </a:lnB>
                    <a:solidFill>
                      <a:srgbClr val="F5EEF2"/>
                    </a:solidFill>
                  </a:tcPr>
                </a:tc>
                <a:tc>
                  <a:txBody>
                    <a:bodyPr lIns="114300" tIns="114300" rIns="114300" bIns="114300"/>
                    <a:lstStyle/>
                    <a:p>
                      <a:r>
                        <a:rPr sz="1725" b="0">
                          <a:solidFill>
                            <a:srgbClr val="20151D"/>
                          </a:solidFill>
                          <a:latin typeface="Helvetica Neue"/>
                          <a:ea typeface="Helvetica Neue"/>
                          <a:cs typeface="Helvetica Neue"/>
                        </a:rPr>
                        <a:t>Personal items / drink interaction</a:t>
                      </a:r>
                    </a:p>
                  </a:txBody>
                  <a:tcPr marL="91440" marR="91440" marT="45720" marB="45720" anchor="ctr">
                    <a:lnR w="9525">
                      <a:solidFill>
                        <a:srgbClr val="E4D8E0"/>
                      </a:solidFill>
                      <a:prstDash val="solid"/>
                    </a:lnR>
                    <a:lnB w="9525">
                      <a:solidFill>
                        <a:srgbClr val="E4D8E0"/>
                      </a:solidFill>
                      <a:prstDash val="solid"/>
                    </a:lnB>
                    <a:solidFill>
                      <a:srgbClr val="F5EEF2"/>
                    </a:solidFill>
                  </a:tcPr>
                </a:tc>
                <a:tc>
                  <a:txBody>
                    <a:bodyPr lIns="114300" tIns="114300" rIns="114300" bIns="114300"/>
                    <a:lstStyle/>
                    <a:p>
                      <a:r>
                        <a:rPr sz="1725" b="0">
                          <a:solidFill>
                            <a:srgbClr val="20151D"/>
                          </a:solidFill>
                          <a:latin typeface="Helvetica Neue"/>
                          <a:ea typeface="Helvetica Neue"/>
                          <a:cs typeface="Helvetica Neue"/>
                        </a:rPr>
                        <a:t>№ 231, point 12</a:t>
                      </a:r>
                    </a:p>
                  </a:txBody>
                  <a:tcPr marL="91440" marR="91440" marT="45720" marB="45720" anchor="ctr">
                    <a:lnR w="9525">
                      <a:solidFill>
                        <a:srgbClr val="E4D8E0"/>
                      </a:solidFill>
                      <a:prstDash val="solid"/>
                    </a:lnR>
                    <a:lnB w="9525">
                      <a:solidFill>
                        <a:srgbClr val="E4D8E0"/>
                      </a:solidFill>
                      <a:prstDash val="solid"/>
                    </a:lnB>
                    <a:solidFill>
                      <a:srgbClr val="F5EEF2"/>
                    </a:solidFill>
                  </a:tcPr>
                </a:tc>
              </a:tr>
              <a:tr h="465667">
                <a:tc>
                  <a:txBody>
                    <a:bodyPr lIns="114300" tIns="114300" rIns="114300" bIns="114300"/>
                    <a:lstStyle/>
                    <a:p>
                      <a:r>
                        <a:rPr sz="1725" b="0">
                          <a:solidFill>
                            <a:srgbClr val="20151D"/>
                          </a:solidFill>
                          <a:latin typeface="Helvetica Neue"/>
                          <a:ea typeface="Helvetica Neue"/>
                          <a:cs typeface="Helvetica Neue"/>
                        </a:rPr>
                        <a:t>H</a:t>
                      </a:r>
                    </a:p>
                  </a:txBody>
                  <a:tcPr marL="91440" marR="91440" marT="45720" marB="45720" anchor="ctr">
                    <a:lnL w="9525">
                      <a:solidFill>
                        <a:srgbClr val="E4D8E0"/>
                      </a:solidFill>
                      <a:prstDash val="solid"/>
                    </a:lnL>
                    <a:lnR w="9525">
                      <a:solidFill>
                        <a:srgbClr val="E4D8E0"/>
                      </a:solidFill>
                      <a:prstDash val="solid"/>
                    </a:lnR>
                    <a:lnB w="9525">
                      <a:solidFill>
                        <a:srgbClr val="E4D8E0"/>
                      </a:solidFill>
                      <a:prstDash val="solid"/>
                    </a:lnB>
                    <a:solidFill>
                      <a:srgbClr val="FFFFFF"/>
                    </a:solidFill>
                  </a:tcPr>
                </a:tc>
                <a:tc>
                  <a:txBody>
                    <a:bodyPr lIns="114300" tIns="114300" rIns="114300" bIns="114300"/>
                    <a:lstStyle/>
                    <a:p>
                      <a:r>
                        <a:rPr sz="1725" b="0">
                          <a:solidFill>
                            <a:srgbClr val="20151D"/>
                          </a:solidFill>
                          <a:latin typeface="Helvetica Neue"/>
                          <a:ea typeface="Helvetica Neue"/>
                          <a:cs typeface="Helvetica Neue"/>
                        </a:rPr>
                        <a:t>Open door after entry</a:t>
                      </a:r>
                    </a:p>
                  </a:txBody>
                  <a:tcPr marL="91440" marR="91440" marT="45720" marB="45720" anchor="ctr">
                    <a:lnR w="9525">
                      <a:solidFill>
                        <a:srgbClr val="E4D8E0"/>
                      </a:solidFill>
                      <a:prstDash val="solid"/>
                    </a:lnR>
                    <a:lnB w="9525">
                      <a:solidFill>
                        <a:srgbClr val="E4D8E0"/>
                      </a:solidFill>
                      <a:prstDash val="solid"/>
                    </a:lnB>
                    <a:solidFill>
                      <a:srgbClr val="FFFFFF"/>
                    </a:solidFill>
                  </a:tcPr>
                </a:tc>
                <a:tc>
                  <a:txBody>
                    <a:bodyPr lIns="114300" tIns="114300" rIns="114300" bIns="114300"/>
                    <a:lstStyle/>
                    <a:p>
                      <a:r>
                        <a:rPr sz="1725" b="0">
                          <a:solidFill>
                            <a:srgbClr val="20151D"/>
                          </a:solidFill>
                          <a:latin typeface="Helvetica Neue"/>
                          <a:ea typeface="Helvetica Neue"/>
                          <a:cs typeface="Helvetica Neue"/>
                        </a:rPr>
                        <a:t>№ 14, points 8/16</a:t>
                      </a:r>
                    </a:p>
                  </a:txBody>
                  <a:tcPr marL="91440" marR="91440" marT="45720" marB="45720" anchor="ctr">
                    <a:lnR w="9525">
                      <a:solidFill>
                        <a:srgbClr val="E4D8E0"/>
                      </a:solidFill>
                      <a:prstDash val="solid"/>
                    </a:lnR>
                    <a:lnB w="9525">
                      <a:solidFill>
                        <a:srgbClr val="E4D8E0"/>
                      </a:solidFill>
                      <a:prstDash val="solid"/>
                    </a:lnB>
                    <a:solidFill>
                      <a:srgbClr val="FFFFFF"/>
                    </a:solidFill>
                  </a:tcPr>
                </a:tc>
              </a:tr>
              <a:tr h="465667">
                <a:tc>
                  <a:txBody>
                    <a:bodyPr lIns="114300" tIns="114300" rIns="114300" bIns="114300"/>
                    <a:lstStyle/>
                    <a:p>
                      <a:r>
                        <a:rPr sz="1725" b="0">
                          <a:solidFill>
                            <a:srgbClr val="20151D"/>
                          </a:solidFill>
                          <a:latin typeface="Helvetica Neue"/>
                          <a:ea typeface="Helvetica Neue"/>
                          <a:cs typeface="Helvetica Neue"/>
                        </a:rPr>
                        <a:t>L</a:t>
                      </a:r>
                    </a:p>
                  </a:txBody>
                  <a:tcPr marL="91440" marR="91440" marT="45720" marB="45720" anchor="ctr">
                    <a:lnL w="9525">
                      <a:solidFill>
                        <a:srgbClr val="E4D8E0"/>
                      </a:solidFill>
                      <a:prstDash val="solid"/>
                    </a:lnL>
                    <a:lnR w="9525">
                      <a:solidFill>
                        <a:srgbClr val="E4D8E0"/>
                      </a:solidFill>
                      <a:prstDash val="solid"/>
                    </a:lnR>
                    <a:lnB w="9525">
                      <a:solidFill>
                        <a:srgbClr val="E4D8E0"/>
                      </a:solidFill>
                      <a:prstDash val="solid"/>
                    </a:lnB>
                    <a:solidFill>
                      <a:srgbClr val="F5EEF2"/>
                    </a:solidFill>
                  </a:tcPr>
                </a:tc>
                <a:tc>
                  <a:txBody>
                    <a:bodyPr lIns="114300" tIns="114300" rIns="114300" bIns="114300"/>
                    <a:lstStyle/>
                    <a:p>
                      <a:r>
                        <a:rPr sz="1725" b="0">
                          <a:solidFill>
                            <a:srgbClr val="20151D"/>
                          </a:solidFill>
                          <a:latin typeface="Helvetica Neue"/>
                          <a:ea typeface="Helvetica Neue"/>
                          <a:cs typeface="Helvetica Neue"/>
                        </a:rPr>
                        <a:t>Active screen after departure</a:t>
                      </a:r>
                    </a:p>
                  </a:txBody>
                  <a:tcPr marL="91440" marR="91440" marT="45720" marB="45720" anchor="ctr">
                    <a:lnR w="9525">
                      <a:solidFill>
                        <a:srgbClr val="E4D8E0"/>
                      </a:solidFill>
                      <a:prstDash val="solid"/>
                    </a:lnR>
                    <a:lnB w="9525">
                      <a:solidFill>
                        <a:srgbClr val="E4D8E0"/>
                      </a:solidFill>
                      <a:prstDash val="solid"/>
                    </a:lnB>
                    <a:solidFill>
                      <a:srgbClr val="F5EEF2"/>
                    </a:solidFill>
                  </a:tcPr>
                </a:tc>
                <a:tc>
                  <a:txBody>
                    <a:bodyPr lIns="114300" tIns="114300" rIns="114300" bIns="114300"/>
                    <a:lstStyle/>
                    <a:p>
                      <a:r>
                        <a:rPr sz="1725" b="0">
                          <a:solidFill>
                            <a:srgbClr val="20151D"/>
                          </a:solidFill>
                          <a:latin typeface="Helvetica Neue"/>
                          <a:ea typeface="Helvetica Neue"/>
                          <a:cs typeface="Helvetica Neue"/>
                        </a:rPr>
                        <a:t>№ 53, points 26/71</a:t>
                      </a:r>
                    </a:p>
                  </a:txBody>
                  <a:tcPr marL="91440" marR="91440" marT="45720" marB="45720" anchor="ctr">
                    <a:lnR w="9525">
                      <a:solidFill>
                        <a:srgbClr val="E4D8E0"/>
                      </a:solidFill>
                      <a:prstDash val="solid"/>
                    </a:lnR>
                    <a:lnB w="9525">
                      <a:solidFill>
                        <a:srgbClr val="E4D8E0"/>
                      </a:solidFill>
                      <a:prstDash val="solid"/>
                    </a:lnB>
                    <a:solidFill>
                      <a:srgbClr val="F5EEF2"/>
                    </a:solidFill>
                  </a:tcPr>
                </a:tc>
              </a:tr>
            </a:tbl>
          </a:graphicData>
        </a:graphic>
      </p:graphicFrame>
      <p:sp>
        <p:nvSpPr>
          <p:cNvPr id="5" name="">
            <a:extLst xmlns:a="http://schemas.openxmlformats.org/drawingml/2006/main">
              <a:ext uri="{FF2B5EF4-FFF2-40B4-BE49-F238E27FC236}">
                <a16:creationId xmlns:a16="http://schemas.microsoft.com/office/drawing/2014/main" id="{3B4DB50A-5E72-47A5-9F63-EDB951381222}"/>
              </a:ext>
            </a:extLst>
          </p:cNvPr>
          <p:cNvSpPr>
            <a:spLocks xmlns:a="http://schemas.openxmlformats.org/drawingml/2006/main" noGrp="1"/>
          </p:cNvSpPr>
          <p:nvPr/>
        </p:nvSpPr>
        <p:spPr>
          <a:xfrm xmlns:a="http://schemas.openxmlformats.org/drawingml/2006/main">
            <a:off x="685800" y="59721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6D626B"/>
                </a:solidFill>
                <a:latin typeface="Helvetica Neue"/>
                <a:ea typeface="Helvetica Neue"/>
                <a:cs typeface="Helvetica Neue"/>
              </a:defRPr>
            </a:defPPr>
            <a:lvl1pPr>
              <a:defRPr sz="1725" b="0">
                <a:solidFill>
                  <a:srgbClr val="6D626B"/>
                </a:solidFill>
                <a:latin typeface="Helvetica Neue"/>
                <a:ea typeface="Helvetica Neue"/>
                <a:cs typeface="Helvetica Neue"/>
              </a:defRPr>
            </a:lvl1pPr>
            <a:lvl2pPr>
              <a:defRPr sz="1725" b="0">
                <a:solidFill>
                  <a:srgbClr val="6D626B"/>
                </a:solidFill>
                <a:latin typeface="Helvetica Neue"/>
                <a:ea typeface="Helvetica Neue"/>
                <a:cs typeface="Helvetica Neue"/>
              </a:defRPr>
            </a:lvl2pPr>
            <a:lvl3pPr>
              <a:defRPr sz="1725" b="0">
                <a:solidFill>
                  <a:srgbClr val="6D626B"/>
                </a:solidFill>
                <a:latin typeface="Helvetica Neue"/>
                <a:ea typeface="Helvetica Neue"/>
                <a:cs typeface="Helvetica Neue"/>
              </a:defRPr>
            </a:lvl3pPr>
            <a:lvl4pPr>
              <a:defRPr sz="1725" b="0">
                <a:solidFill>
                  <a:srgbClr val="6D626B"/>
                </a:solidFill>
                <a:latin typeface="Helvetica Neue"/>
                <a:ea typeface="Helvetica Neue"/>
                <a:cs typeface="Helvetica Neue"/>
              </a:defRPr>
            </a:lvl4pPr>
            <a:lvl5pPr>
              <a:defRPr sz="1725" b="0">
                <a:solidFill>
                  <a:srgbClr val="6D626B"/>
                </a:solidFill>
                <a:latin typeface="Helvetica Neue"/>
                <a:ea typeface="Helvetica Neue"/>
                <a:cs typeface="Helvetica Neue"/>
              </a:defRPr>
            </a:lvl5pPr>
            <a:lvl6pPr>
              <a:defRPr sz="1725" b="0">
                <a:solidFill>
                  <a:srgbClr val="6D626B"/>
                </a:solidFill>
                <a:latin typeface="Helvetica Neue"/>
                <a:ea typeface="Helvetica Neue"/>
                <a:cs typeface="Helvetica Neue"/>
              </a:defRPr>
            </a:lvl6pPr>
            <a:lvl7pPr>
              <a:defRPr sz="1725" b="0">
                <a:solidFill>
                  <a:srgbClr val="6D626B"/>
                </a:solidFill>
                <a:latin typeface="Helvetica Neue"/>
                <a:ea typeface="Helvetica Neue"/>
                <a:cs typeface="Helvetica Neue"/>
              </a:defRPr>
            </a:lvl7pPr>
            <a:lvl8pPr>
              <a:defRPr sz="1725" b="0">
                <a:solidFill>
                  <a:srgbClr val="6D626B"/>
                </a:solidFill>
                <a:latin typeface="Helvetica Neue"/>
                <a:ea typeface="Helvetica Neue"/>
                <a:cs typeface="Helvetica Neue"/>
              </a:defRPr>
            </a:lvl8pPr>
            <a:lvl9pPr>
              <a:defRPr sz="1725" b="0">
                <a:solidFill>
                  <a:srgbClr val="6D626B"/>
                </a:solidFill>
                <a:latin typeface="Helvetica Neue"/>
                <a:ea typeface="Helvetica Neue"/>
                <a:cs typeface="Helvetica Neue"/>
              </a:defRPr>
            </a:lvl9pPr>
          </a:lstStyle>
          <a:p xmlns:a="http://schemas.openxmlformats.org/drawingml/2006/main">
            <a:pPr>
              <a:defRPr sz="1725" b="0">
                <a:solidFill>
                  <a:srgbClr val="6D626B"/>
                </a:solidFill>
                <a:latin typeface="Helvetica Neue"/>
                <a:ea typeface="Helvetica Neue"/>
                <a:cs typeface="Helvetica Neue"/>
              </a:defRPr>
            </a:pPr>
            <a:r>
              <a:rPr sz="1725" b="0">
                <a:solidFill>
                  <a:srgbClr val="6D626B"/>
                </a:solidFill>
                <a:latin typeface="Helvetica Neue"/>
                <a:ea typeface="Helvetica Neue"/>
                <a:cs typeface="Helvetica Neue"/>
              </a:rPr>
              <a:t>Ownership, permission, off-camera inspection and completed transactions remain unverified.</a:t>
            </a:r>
          </a:p>
        </p:txBody>
      </p:sp>
    </p:spTree>
    <p:extLst>
      <p:ext uri="{BB962C8B-B14F-4D97-AF65-F5344CB8AC3E}">
        <p14:creationId xmlns:p14="http://schemas.microsoft.com/office/powerpoint/2010/main" val="997254500"/>
      </p:ext>
    </p:extLst>
  </p:cSld>
</p:sld>
</file>

<file path=ppt/slides/slide10.xml><?xml version="1.0" encoding="utf-8"?>
<p:sld xmlns:p="http://schemas.openxmlformats.org/presentationml/2006/main">
  <p:cSld>
    <p:bg>
      <p:bgPr>
        <a:solidFill xmlns:a="http://schemas.openxmlformats.org/drawingml/2006/main">
          <a:srgbClr val="FCFA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07C5BDE-A42B-4DFA-9288-B39B5882052E}"/>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20151D"/>
                </a:solidFill>
                <a:latin typeface="Helvetica Neue"/>
                <a:ea typeface="Helvetica Neue"/>
                <a:cs typeface="Helvetica Neue"/>
              </a:defRPr>
            </a:defPPr>
            <a:lvl1pPr>
              <a:defRPr sz="3450" b="1">
                <a:solidFill>
                  <a:srgbClr val="20151D"/>
                </a:solidFill>
                <a:latin typeface="Helvetica Neue"/>
                <a:ea typeface="Helvetica Neue"/>
                <a:cs typeface="Helvetica Neue"/>
              </a:defRPr>
            </a:lvl1pPr>
            <a:lvl2pPr>
              <a:defRPr sz="3450" b="1">
                <a:solidFill>
                  <a:srgbClr val="20151D"/>
                </a:solidFill>
                <a:latin typeface="Helvetica Neue"/>
                <a:ea typeface="Helvetica Neue"/>
                <a:cs typeface="Helvetica Neue"/>
              </a:defRPr>
            </a:lvl2pPr>
            <a:lvl3pPr>
              <a:defRPr sz="3450" b="1">
                <a:solidFill>
                  <a:srgbClr val="20151D"/>
                </a:solidFill>
                <a:latin typeface="Helvetica Neue"/>
                <a:ea typeface="Helvetica Neue"/>
                <a:cs typeface="Helvetica Neue"/>
              </a:defRPr>
            </a:lvl3pPr>
            <a:lvl4pPr>
              <a:defRPr sz="3450" b="1">
                <a:solidFill>
                  <a:srgbClr val="20151D"/>
                </a:solidFill>
                <a:latin typeface="Helvetica Neue"/>
                <a:ea typeface="Helvetica Neue"/>
                <a:cs typeface="Helvetica Neue"/>
              </a:defRPr>
            </a:lvl4pPr>
            <a:lvl5pPr>
              <a:defRPr sz="3450" b="1">
                <a:solidFill>
                  <a:srgbClr val="20151D"/>
                </a:solidFill>
                <a:latin typeface="Helvetica Neue"/>
                <a:ea typeface="Helvetica Neue"/>
                <a:cs typeface="Helvetica Neue"/>
              </a:defRPr>
            </a:lvl5pPr>
            <a:lvl6pPr>
              <a:defRPr sz="3450" b="1">
                <a:solidFill>
                  <a:srgbClr val="20151D"/>
                </a:solidFill>
                <a:latin typeface="Helvetica Neue"/>
                <a:ea typeface="Helvetica Neue"/>
                <a:cs typeface="Helvetica Neue"/>
              </a:defRPr>
            </a:lvl6pPr>
            <a:lvl7pPr>
              <a:defRPr sz="3450" b="1">
                <a:solidFill>
                  <a:srgbClr val="20151D"/>
                </a:solidFill>
                <a:latin typeface="Helvetica Neue"/>
                <a:ea typeface="Helvetica Neue"/>
                <a:cs typeface="Helvetica Neue"/>
              </a:defRPr>
            </a:lvl7pPr>
            <a:lvl8pPr>
              <a:defRPr sz="3450" b="1">
                <a:solidFill>
                  <a:srgbClr val="20151D"/>
                </a:solidFill>
                <a:latin typeface="Helvetica Neue"/>
                <a:ea typeface="Helvetica Neue"/>
                <a:cs typeface="Helvetica Neue"/>
              </a:defRPr>
            </a:lvl8pPr>
            <a:lvl9pPr>
              <a:defRPr sz="3450" b="1">
                <a:solidFill>
                  <a:srgbClr val="20151D"/>
                </a:solidFill>
                <a:latin typeface="Helvetica Neue"/>
                <a:ea typeface="Helvetica Neue"/>
                <a:cs typeface="Helvetica Neue"/>
              </a:defRPr>
            </a:lvl9pPr>
          </a:lstStyle>
          <a:p xmlns:a="http://schemas.openxmlformats.org/drawingml/2006/main">
            <a:pPr>
              <a:defRPr sz="3450" b="1">
                <a:solidFill>
                  <a:srgbClr val="20151D"/>
                </a:solidFill>
                <a:latin typeface="Helvetica Neue"/>
                <a:ea typeface="Helvetica Neue"/>
                <a:cs typeface="Helvetica Neue"/>
              </a:defRPr>
            </a:pPr>
            <a:r>
              <a:rPr sz="3450" b="1">
                <a:solidFill>
                  <a:srgbClr val="20151D"/>
                </a:solidFill>
                <a:latin typeface="Helvetica Neue"/>
                <a:ea typeface="Helvetica Neue"/>
                <a:cs typeface="Helvetica Neue"/>
              </a:rPr>
              <a:t>Appendix: likely jury questions</a:t>
            </a:r>
          </a:p>
        </p:txBody>
      </p:sp>
      <p:sp>
        <p:nvSpPr>
          <p:cNvPr id="2" name="">
            <a:extLst xmlns:a="http://schemas.openxmlformats.org/drawingml/2006/main">
              <a:ext uri="{FF2B5EF4-FFF2-40B4-BE49-F238E27FC236}">
                <a16:creationId xmlns:a16="http://schemas.microsoft.com/office/drawing/2014/main" id="{F7AA3EC2-1617-462E-875B-78A3BED6E57E}"/>
              </a:ext>
            </a:extLst>
          </p:cNvPr>
          <p:cNvSpPr>
            <a:spLocks xmlns:a="http://schemas.openxmlformats.org/drawingml/2006/main" noGrp="1"/>
          </p:cNvSpPr>
          <p:nvPr/>
        </p:nvSpPr>
        <p:spPr>
          <a:xfrm xmlns:a="http://schemas.openxmlformats.org/drawingml/2006/main">
            <a:off x="6858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D626B"/>
                </a:solidFill>
                <a:latin typeface="Helvetica Neue"/>
                <a:ea typeface="Helvetica Neue"/>
                <a:cs typeface="Helvetica Neue"/>
              </a:defRPr>
            </a:defPPr>
            <a:lvl1pPr>
              <a:defRPr sz="1275" b="0">
                <a:solidFill>
                  <a:srgbClr val="6D626B"/>
                </a:solidFill>
                <a:latin typeface="Helvetica Neue"/>
                <a:ea typeface="Helvetica Neue"/>
                <a:cs typeface="Helvetica Neue"/>
              </a:defRPr>
            </a:lvl1pPr>
            <a:lvl2pPr>
              <a:defRPr sz="1275" b="0">
                <a:solidFill>
                  <a:srgbClr val="6D626B"/>
                </a:solidFill>
                <a:latin typeface="Helvetica Neue"/>
                <a:ea typeface="Helvetica Neue"/>
                <a:cs typeface="Helvetica Neue"/>
              </a:defRPr>
            </a:lvl2pPr>
            <a:lvl3pPr>
              <a:defRPr sz="1275" b="0">
                <a:solidFill>
                  <a:srgbClr val="6D626B"/>
                </a:solidFill>
                <a:latin typeface="Helvetica Neue"/>
                <a:ea typeface="Helvetica Neue"/>
                <a:cs typeface="Helvetica Neue"/>
              </a:defRPr>
            </a:lvl3pPr>
            <a:lvl4pPr>
              <a:defRPr sz="1275" b="0">
                <a:solidFill>
                  <a:srgbClr val="6D626B"/>
                </a:solidFill>
                <a:latin typeface="Helvetica Neue"/>
                <a:ea typeface="Helvetica Neue"/>
                <a:cs typeface="Helvetica Neue"/>
              </a:defRPr>
            </a:lvl4pPr>
            <a:lvl5pPr>
              <a:defRPr sz="1275" b="0">
                <a:solidFill>
                  <a:srgbClr val="6D626B"/>
                </a:solidFill>
                <a:latin typeface="Helvetica Neue"/>
                <a:ea typeface="Helvetica Neue"/>
                <a:cs typeface="Helvetica Neue"/>
              </a:defRPr>
            </a:lvl5pPr>
            <a:lvl6pPr>
              <a:defRPr sz="1275" b="0">
                <a:solidFill>
                  <a:srgbClr val="6D626B"/>
                </a:solidFill>
                <a:latin typeface="Helvetica Neue"/>
                <a:ea typeface="Helvetica Neue"/>
                <a:cs typeface="Helvetica Neue"/>
              </a:defRPr>
            </a:lvl6pPr>
            <a:lvl7pPr>
              <a:defRPr sz="1275" b="0">
                <a:solidFill>
                  <a:srgbClr val="6D626B"/>
                </a:solidFill>
                <a:latin typeface="Helvetica Neue"/>
                <a:ea typeface="Helvetica Neue"/>
                <a:cs typeface="Helvetica Neue"/>
              </a:defRPr>
            </a:lvl7pPr>
            <a:lvl8pPr>
              <a:defRPr sz="1275" b="0">
                <a:solidFill>
                  <a:srgbClr val="6D626B"/>
                </a:solidFill>
                <a:latin typeface="Helvetica Neue"/>
                <a:ea typeface="Helvetica Neue"/>
                <a:cs typeface="Helvetica Neue"/>
              </a:defRPr>
            </a:lvl8pPr>
            <a:lvl9pPr>
              <a:defRPr sz="1275" b="0">
                <a:solidFill>
                  <a:srgbClr val="6D626B"/>
                </a:solidFill>
                <a:latin typeface="Helvetica Neue"/>
                <a:ea typeface="Helvetica Neue"/>
                <a:cs typeface="Helvetica Neue"/>
              </a:defRPr>
            </a:lvl9pPr>
          </a:lstStyle>
          <a:p xmlns:a="http://schemas.openxmlformats.org/drawingml/2006/main">
            <a:pPr>
              <a:defRPr sz="1275" b="0">
                <a:solidFill>
                  <a:srgbClr val="6D626B"/>
                </a:solidFill>
                <a:latin typeface="Helvetica Neue"/>
                <a:ea typeface="Helvetica Neue"/>
                <a:cs typeface="Helvetica Neue"/>
              </a:defRPr>
            </a:pPr>
            <a:r>
              <a:rPr sz="1275" b="0">
                <a:solidFill>
                  <a:srgbClr val="6D626B"/>
                </a:solidFill>
                <a:latin typeface="Helvetica Neue"/>
                <a:ea typeface="Helvetica Neue"/>
                <a:cs typeface="Helvetica Neue"/>
              </a:rPr>
              <a:t>8bit  /  Datathon 26</a:t>
            </a:r>
          </a:p>
        </p:txBody>
      </p:sp>
      <p:sp>
        <p:nvSpPr>
          <p:cNvPr id="3" name="">
            <a:extLst xmlns:a="http://schemas.openxmlformats.org/drawingml/2006/main">
              <a:ext uri="{FF2B5EF4-FFF2-40B4-BE49-F238E27FC236}">
                <a16:creationId xmlns:a16="http://schemas.microsoft.com/office/drawing/2014/main" id="{E95E6AA0-C940-441A-B60A-C47FEC9EA892}"/>
              </a:ext>
            </a:extLst>
          </p:cNvPr>
          <p:cNvSpPr>
            <a:spLocks xmlns:a="http://schemas.openxmlformats.org/drawingml/2006/main" noGrp="1"/>
          </p:cNvSpPr>
          <p:nvPr/>
        </p:nvSpPr>
        <p:spPr>
          <a:xfrm xmlns:a="http://schemas.openxmlformats.org/drawingml/2006/main">
            <a:off x="11096625"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D626B"/>
                </a:solidFill>
                <a:latin typeface="Helvetica Neue"/>
                <a:ea typeface="Helvetica Neue"/>
                <a:cs typeface="Helvetica Neue"/>
              </a:defRPr>
            </a:defPPr>
            <a:lvl1pPr>
              <a:defRPr sz="1275" b="0">
                <a:solidFill>
                  <a:srgbClr val="6D626B"/>
                </a:solidFill>
                <a:latin typeface="Helvetica Neue"/>
                <a:ea typeface="Helvetica Neue"/>
                <a:cs typeface="Helvetica Neue"/>
              </a:defRPr>
            </a:lvl1pPr>
            <a:lvl2pPr>
              <a:defRPr sz="1275" b="0">
                <a:solidFill>
                  <a:srgbClr val="6D626B"/>
                </a:solidFill>
                <a:latin typeface="Helvetica Neue"/>
                <a:ea typeface="Helvetica Neue"/>
                <a:cs typeface="Helvetica Neue"/>
              </a:defRPr>
            </a:lvl2pPr>
            <a:lvl3pPr>
              <a:defRPr sz="1275" b="0">
                <a:solidFill>
                  <a:srgbClr val="6D626B"/>
                </a:solidFill>
                <a:latin typeface="Helvetica Neue"/>
                <a:ea typeface="Helvetica Neue"/>
                <a:cs typeface="Helvetica Neue"/>
              </a:defRPr>
            </a:lvl3pPr>
            <a:lvl4pPr>
              <a:defRPr sz="1275" b="0">
                <a:solidFill>
                  <a:srgbClr val="6D626B"/>
                </a:solidFill>
                <a:latin typeface="Helvetica Neue"/>
                <a:ea typeface="Helvetica Neue"/>
                <a:cs typeface="Helvetica Neue"/>
              </a:defRPr>
            </a:lvl4pPr>
            <a:lvl5pPr>
              <a:defRPr sz="1275" b="0">
                <a:solidFill>
                  <a:srgbClr val="6D626B"/>
                </a:solidFill>
                <a:latin typeface="Helvetica Neue"/>
                <a:ea typeface="Helvetica Neue"/>
                <a:cs typeface="Helvetica Neue"/>
              </a:defRPr>
            </a:lvl5pPr>
            <a:lvl6pPr>
              <a:defRPr sz="1275" b="0">
                <a:solidFill>
                  <a:srgbClr val="6D626B"/>
                </a:solidFill>
                <a:latin typeface="Helvetica Neue"/>
                <a:ea typeface="Helvetica Neue"/>
                <a:cs typeface="Helvetica Neue"/>
              </a:defRPr>
            </a:lvl6pPr>
            <a:lvl7pPr>
              <a:defRPr sz="1275" b="0">
                <a:solidFill>
                  <a:srgbClr val="6D626B"/>
                </a:solidFill>
                <a:latin typeface="Helvetica Neue"/>
                <a:ea typeface="Helvetica Neue"/>
                <a:cs typeface="Helvetica Neue"/>
              </a:defRPr>
            </a:lvl7pPr>
            <a:lvl8pPr>
              <a:defRPr sz="1275" b="0">
                <a:solidFill>
                  <a:srgbClr val="6D626B"/>
                </a:solidFill>
                <a:latin typeface="Helvetica Neue"/>
                <a:ea typeface="Helvetica Neue"/>
                <a:cs typeface="Helvetica Neue"/>
              </a:defRPr>
            </a:lvl8pPr>
            <a:lvl9pPr>
              <a:defRPr sz="1275" b="0">
                <a:solidFill>
                  <a:srgbClr val="6D626B"/>
                </a:solidFill>
                <a:latin typeface="Helvetica Neue"/>
                <a:ea typeface="Helvetica Neue"/>
                <a:cs typeface="Helvetica Neue"/>
              </a:defRPr>
            </a:lvl9pPr>
          </a:lstStyle>
          <a:p xmlns:a="http://schemas.openxmlformats.org/drawingml/2006/main">
            <a:pPr>
              <a:defRPr sz="1275" b="0">
                <a:solidFill>
                  <a:srgbClr val="6D626B"/>
                </a:solidFill>
                <a:latin typeface="Helvetica Neue"/>
                <a:ea typeface="Helvetica Neue"/>
                <a:cs typeface="Helvetica Neue"/>
              </a:defRPr>
            </a:pPr>
            <a:r>
              <a:rPr sz="1275" b="0">
                <a:solidFill>
                  <a:srgbClr val="6D626B"/>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3CE8EE4A-E3A4-462C-B7EE-24BC7566A45D}"/>
              </a:ext>
            </a:extLst>
          </p:cNvPr>
          <p:cNvSpPr>
            <a:spLocks xmlns:a="http://schemas.openxmlformats.org/drawingml/2006/main" noGrp="1"/>
          </p:cNvSpPr>
          <p:nvPr/>
        </p:nvSpPr>
        <p:spPr>
          <a:xfrm xmlns:a="http://schemas.openxmlformats.org/drawingml/2006/main">
            <a:off x="685800" y="16859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0151D"/>
                </a:solidFill>
                <a:latin typeface="Helvetica Neue"/>
                <a:ea typeface="Helvetica Neue"/>
                <a:cs typeface="Helvetica Neue"/>
              </a:defRPr>
            </a:defPPr>
            <a:lvl1pPr>
              <a:defRPr sz="2175" b="1">
                <a:solidFill>
                  <a:srgbClr val="20151D"/>
                </a:solidFill>
                <a:latin typeface="Helvetica Neue"/>
                <a:ea typeface="Helvetica Neue"/>
                <a:cs typeface="Helvetica Neue"/>
              </a:defRPr>
            </a:lvl1pPr>
            <a:lvl2pPr>
              <a:defRPr sz="2175" b="1">
                <a:solidFill>
                  <a:srgbClr val="20151D"/>
                </a:solidFill>
                <a:latin typeface="Helvetica Neue"/>
                <a:ea typeface="Helvetica Neue"/>
                <a:cs typeface="Helvetica Neue"/>
              </a:defRPr>
            </a:lvl2pPr>
            <a:lvl3pPr>
              <a:defRPr sz="2175" b="1">
                <a:solidFill>
                  <a:srgbClr val="20151D"/>
                </a:solidFill>
                <a:latin typeface="Helvetica Neue"/>
                <a:ea typeface="Helvetica Neue"/>
                <a:cs typeface="Helvetica Neue"/>
              </a:defRPr>
            </a:lvl3pPr>
            <a:lvl4pPr>
              <a:defRPr sz="2175" b="1">
                <a:solidFill>
                  <a:srgbClr val="20151D"/>
                </a:solidFill>
                <a:latin typeface="Helvetica Neue"/>
                <a:ea typeface="Helvetica Neue"/>
                <a:cs typeface="Helvetica Neue"/>
              </a:defRPr>
            </a:lvl4pPr>
            <a:lvl5pPr>
              <a:defRPr sz="2175" b="1">
                <a:solidFill>
                  <a:srgbClr val="20151D"/>
                </a:solidFill>
                <a:latin typeface="Helvetica Neue"/>
                <a:ea typeface="Helvetica Neue"/>
                <a:cs typeface="Helvetica Neue"/>
              </a:defRPr>
            </a:lvl5pPr>
            <a:lvl6pPr>
              <a:defRPr sz="2175" b="1">
                <a:solidFill>
                  <a:srgbClr val="20151D"/>
                </a:solidFill>
                <a:latin typeface="Helvetica Neue"/>
                <a:ea typeface="Helvetica Neue"/>
                <a:cs typeface="Helvetica Neue"/>
              </a:defRPr>
            </a:lvl6pPr>
            <a:lvl7pPr>
              <a:defRPr sz="2175" b="1">
                <a:solidFill>
                  <a:srgbClr val="20151D"/>
                </a:solidFill>
                <a:latin typeface="Helvetica Neue"/>
                <a:ea typeface="Helvetica Neue"/>
                <a:cs typeface="Helvetica Neue"/>
              </a:defRPr>
            </a:lvl7pPr>
            <a:lvl8pPr>
              <a:defRPr sz="2175" b="1">
                <a:solidFill>
                  <a:srgbClr val="20151D"/>
                </a:solidFill>
                <a:latin typeface="Helvetica Neue"/>
                <a:ea typeface="Helvetica Neue"/>
                <a:cs typeface="Helvetica Neue"/>
              </a:defRPr>
            </a:lvl8pPr>
            <a:lvl9pPr>
              <a:defRPr sz="2175" b="1">
                <a:solidFill>
                  <a:srgbClr val="20151D"/>
                </a:solidFill>
                <a:latin typeface="Helvetica Neue"/>
                <a:ea typeface="Helvetica Neue"/>
                <a:cs typeface="Helvetica Neue"/>
              </a:defRPr>
            </a:lvl9pPr>
          </a:lstStyle>
          <a:p xmlns:a="http://schemas.openxmlformats.org/drawingml/2006/main">
            <a:pPr>
              <a:defRPr sz="2175" b="1">
                <a:solidFill>
                  <a:srgbClr val="20151D"/>
                </a:solidFill>
                <a:latin typeface="Helvetica Neue"/>
                <a:ea typeface="Helvetica Neue"/>
                <a:cs typeface="Helvetica Neue"/>
              </a:defRPr>
            </a:pPr>
            <a:r>
              <a:rPr sz="2175" b="1">
                <a:solidFill>
                  <a:srgbClr val="20151D"/>
                </a:solidFill>
                <a:latin typeface="Helvetica Neue"/>
                <a:ea typeface="Helvetica Neue"/>
                <a:cs typeface="Helvetica Neue"/>
              </a:rPr>
              <a:t>How accurate is it on a new camera?</a:t>
            </a:r>
          </a:p>
        </p:txBody>
      </p:sp>
      <p:sp>
        <p:nvSpPr>
          <p:cNvPr id="5" name="">
            <a:extLst xmlns:a="http://schemas.openxmlformats.org/drawingml/2006/main">
              <a:ext uri="{FF2B5EF4-FFF2-40B4-BE49-F238E27FC236}">
                <a16:creationId xmlns:a16="http://schemas.microsoft.com/office/drawing/2014/main" id="{D03ABB6A-65E2-4885-B352-A440D8ACC1FC}"/>
              </a:ext>
            </a:extLst>
          </p:cNvPr>
          <p:cNvSpPr>
            <a:spLocks xmlns:a="http://schemas.openxmlformats.org/drawingml/2006/main" noGrp="1"/>
          </p:cNvSpPr>
          <p:nvPr/>
        </p:nvSpPr>
        <p:spPr>
          <a:xfrm xmlns:a="http://schemas.openxmlformats.org/drawingml/2006/main">
            <a:off x="685800" y="21145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6D626B"/>
                </a:solidFill>
                <a:latin typeface="Helvetica Neue"/>
                <a:ea typeface="Helvetica Neue"/>
                <a:cs typeface="Helvetica Neue"/>
              </a:defRPr>
            </a:defPPr>
            <a:lvl1pPr>
              <a:defRPr sz="2025" b="0">
                <a:solidFill>
                  <a:srgbClr val="6D626B"/>
                </a:solidFill>
                <a:latin typeface="Helvetica Neue"/>
                <a:ea typeface="Helvetica Neue"/>
                <a:cs typeface="Helvetica Neue"/>
              </a:defRPr>
            </a:lvl1pPr>
            <a:lvl2pPr>
              <a:defRPr sz="2025" b="0">
                <a:solidFill>
                  <a:srgbClr val="6D626B"/>
                </a:solidFill>
                <a:latin typeface="Helvetica Neue"/>
                <a:ea typeface="Helvetica Neue"/>
                <a:cs typeface="Helvetica Neue"/>
              </a:defRPr>
            </a:lvl2pPr>
            <a:lvl3pPr>
              <a:defRPr sz="2025" b="0">
                <a:solidFill>
                  <a:srgbClr val="6D626B"/>
                </a:solidFill>
                <a:latin typeface="Helvetica Neue"/>
                <a:ea typeface="Helvetica Neue"/>
                <a:cs typeface="Helvetica Neue"/>
              </a:defRPr>
            </a:lvl3pPr>
            <a:lvl4pPr>
              <a:defRPr sz="2025" b="0">
                <a:solidFill>
                  <a:srgbClr val="6D626B"/>
                </a:solidFill>
                <a:latin typeface="Helvetica Neue"/>
                <a:ea typeface="Helvetica Neue"/>
                <a:cs typeface="Helvetica Neue"/>
              </a:defRPr>
            </a:lvl4pPr>
            <a:lvl5pPr>
              <a:defRPr sz="2025" b="0">
                <a:solidFill>
                  <a:srgbClr val="6D626B"/>
                </a:solidFill>
                <a:latin typeface="Helvetica Neue"/>
                <a:ea typeface="Helvetica Neue"/>
                <a:cs typeface="Helvetica Neue"/>
              </a:defRPr>
            </a:lvl5pPr>
            <a:lvl6pPr>
              <a:defRPr sz="2025" b="0">
                <a:solidFill>
                  <a:srgbClr val="6D626B"/>
                </a:solidFill>
                <a:latin typeface="Helvetica Neue"/>
                <a:ea typeface="Helvetica Neue"/>
                <a:cs typeface="Helvetica Neue"/>
              </a:defRPr>
            </a:lvl6pPr>
            <a:lvl7pPr>
              <a:defRPr sz="2025" b="0">
                <a:solidFill>
                  <a:srgbClr val="6D626B"/>
                </a:solidFill>
                <a:latin typeface="Helvetica Neue"/>
                <a:ea typeface="Helvetica Neue"/>
                <a:cs typeface="Helvetica Neue"/>
              </a:defRPr>
            </a:lvl7pPr>
            <a:lvl8pPr>
              <a:defRPr sz="2025" b="0">
                <a:solidFill>
                  <a:srgbClr val="6D626B"/>
                </a:solidFill>
                <a:latin typeface="Helvetica Neue"/>
                <a:ea typeface="Helvetica Neue"/>
                <a:cs typeface="Helvetica Neue"/>
              </a:defRPr>
            </a:lvl8pPr>
            <a:lvl9pPr>
              <a:defRPr sz="2025" b="0">
                <a:solidFill>
                  <a:srgbClr val="6D626B"/>
                </a:solidFill>
                <a:latin typeface="Helvetica Neue"/>
                <a:ea typeface="Helvetica Neue"/>
                <a:cs typeface="Helvetica Neue"/>
              </a:defRPr>
            </a:lvl9pPr>
          </a:lstStyle>
          <a:p xmlns:a="http://schemas.openxmlformats.org/drawingml/2006/main">
            <a:pPr>
              <a:defRPr sz="2025" b="0">
                <a:solidFill>
                  <a:srgbClr val="6D626B"/>
                </a:solidFill>
                <a:latin typeface="Helvetica Neue"/>
                <a:ea typeface="Helvetica Neue"/>
                <a:cs typeface="Helvetica Neue"/>
              </a:defRPr>
            </a:pPr>
            <a:r>
              <a:rPr sz="2025" b="0">
                <a:solidFill>
                  <a:srgbClr val="6D626B"/>
                </a:solidFill>
                <a:latin typeface="Helvetica Neue"/>
                <a:ea typeface="Helvetica Neue"/>
                <a:cs typeface="Helvetica Neue"/>
              </a:rPr>
              <a:t>Not established yet. Current recall is 14/21 on the development source set.</a:t>
            </a:r>
          </a:p>
        </p:txBody>
      </p:sp>
      <p:sp>
        <p:nvSpPr>
          <p:cNvPr id="6" name="">
            <a:extLst xmlns:a="http://schemas.openxmlformats.org/drawingml/2006/main">
              <a:ext uri="{FF2B5EF4-FFF2-40B4-BE49-F238E27FC236}">
                <a16:creationId xmlns:a16="http://schemas.microsoft.com/office/drawing/2014/main" id="{DE66F124-8AFD-493F-848D-D9D78783E437}"/>
              </a:ext>
            </a:extLst>
          </p:cNvPr>
          <p:cNvSpPr>
            <a:spLocks xmlns:a="http://schemas.openxmlformats.org/drawingml/2006/main" noGrp="1"/>
          </p:cNvSpPr>
          <p:nvPr/>
        </p:nvSpPr>
        <p:spPr>
          <a:xfrm xmlns:a="http://schemas.openxmlformats.org/drawingml/2006/main">
            <a:off x="685800" y="28194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0151D"/>
                </a:solidFill>
                <a:latin typeface="Helvetica Neue"/>
                <a:ea typeface="Helvetica Neue"/>
                <a:cs typeface="Helvetica Neue"/>
              </a:defRPr>
            </a:defPPr>
            <a:lvl1pPr>
              <a:defRPr sz="2175" b="1">
                <a:solidFill>
                  <a:srgbClr val="20151D"/>
                </a:solidFill>
                <a:latin typeface="Helvetica Neue"/>
                <a:ea typeface="Helvetica Neue"/>
                <a:cs typeface="Helvetica Neue"/>
              </a:defRPr>
            </a:lvl1pPr>
            <a:lvl2pPr>
              <a:defRPr sz="2175" b="1">
                <a:solidFill>
                  <a:srgbClr val="20151D"/>
                </a:solidFill>
                <a:latin typeface="Helvetica Neue"/>
                <a:ea typeface="Helvetica Neue"/>
                <a:cs typeface="Helvetica Neue"/>
              </a:defRPr>
            </a:lvl2pPr>
            <a:lvl3pPr>
              <a:defRPr sz="2175" b="1">
                <a:solidFill>
                  <a:srgbClr val="20151D"/>
                </a:solidFill>
                <a:latin typeface="Helvetica Neue"/>
                <a:ea typeface="Helvetica Neue"/>
                <a:cs typeface="Helvetica Neue"/>
              </a:defRPr>
            </a:lvl3pPr>
            <a:lvl4pPr>
              <a:defRPr sz="2175" b="1">
                <a:solidFill>
                  <a:srgbClr val="20151D"/>
                </a:solidFill>
                <a:latin typeface="Helvetica Neue"/>
                <a:ea typeface="Helvetica Neue"/>
                <a:cs typeface="Helvetica Neue"/>
              </a:defRPr>
            </a:lvl4pPr>
            <a:lvl5pPr>
              <a:defRPr sz="2175" b="1">
                <a:solidFill>
                  <a:srgbClr val="20151D"/>
                </a:solidFill>
                <a:latin typeface="Helvetica Neue"/>
                <a:ea typeface="Helvetica Neue"/>
                <a:cs typeface="Helvetica Neue"/>
              </a:defRPr>
            </a:lvl5pPr>
            <a:lvl6pPr>
              <a:defRPr sz="2175" b="1">
                <a:solidFill>
                  <a:srgbClr val="20151D"/>
                </a:solidFill>
                <a:latin typeface="Helvetica Neue"/>
                <a:ea typeface="Helvetica Neue"/>
                <a:cs typeface="Helvetica Neue"/>
              </a:defRPr>
            </a:lvl6pPr>
            <a:lvl7pPr>
              <a:defRPr sz="2175" b="1">
                <a:solidFill>
                  <a:srgbClr val="20151D"/>
                </a:solidFill>
                <a:latin typeface="Helvetica Neue"/>
                <a:ea typeface="Helvetica Neue"/>
                <a:cs typeface="Helvetica Neue"/>
              </a:defRPr>
            </a:lvl7pPr>
            <a:lvl8pPr>
              <a:defRPr sz="2175" b="1">
                <a:solidFill>
                  <a:srgbClr val="20151D"/>
                </a:solidFill>
                <a:latin typeface="Helvetica Neue"/>
                <a:ea typeface="Helvetica Neue"/>
                <a:cs typeface="Helvetica Neue"/>
              </a:defRPr>
            </a:lvl8pPr>
            <a:lvl9pPr>
              <a:defRPr sz="2175" b="1">
                <a:solidFill>
                  <a:srgbClr val="20151D"/>
                </a:solidFill>
                <a:latin typeface="Helvetica Neue"/>
                <a:ea typeface="Helvetica Neue"/>
                <a:cs typeface="Helvetica Neue"/>
              </a:defRPr>
            </a:lvl9pPr>
          </a:lstStyle>
          <a:p xmlns:a="http://schemas.openxmlformats.org/drawingml/2006/main">
            <a:pPr>
              <a:defRPr sz="2175" b="1">
                <a:solidFill>
                  <a:srgbClr val="20151D"/>
                </a:solidFill>
                <a:latin typeface="Helvetica Neue"/>
                <a:ea typeface="Helvetica Neue"/>
                <a:cs typeface="Helvetica Neue"/>
              </a:defRPr>
            </a:pPr>
            <a:r>
              <a:rPr sz="2175" b="1">
                <a:solidFill>
                  <a:srgbClr val="20151D"/>
                </a:solidFill>
                <a:latin typeface="Helvetica Neue"/>
                <a:ea typeface="Helvetica Neue"/>
                <a:cs typeface="Helvetica Neue"/>
              </a:rPr>
              <a:t>Why reuse CashGuard?</a:t>
            </a:r>
          </a:p>
        </p:txBody>
      </p:sp>
      <p:sp>
        <p:nvSpPr>
          <p:cNvPr id="7" name="">
            <a:extLst xmlns:a="http://schemas.openxmlformats.org/drawingml/2006/main">
              <a:ext uri="{FF2B5EF4-FFF2-40B4-BE49-F238E27FC236}">
                <a16:creationId xmlns:a16="http://schemas.microsoft.com/office/drawing/2014/main" id="{78BC0170-F235-4D78-ADE3-C1AB5DB513E5}"/>
              </a:ext>
            </a:extLst>
          </p:cNvPr>
          <p:cNvSpPr>
            <a:spLocks xmlns:a="http://schemas.openxmlformats.org/drawingml/2006/main" noGrp="1"/>
          </p:cNvSpPr>
          <p:nvPr/>
        </p:nvSpPr>
        <p:spPr>
          <a:xfrm xmlns:a="http://schemas.openxmlformats.org/drawingml/2006/main">
            <a:off x="685800" y="32480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6D626B"/>
                </a:solidFill>
                <a:latin typeface="Helvetica Neue"/>
                <a:ea typeface="Helvetica Neue"/>
                <a:cs typeface="Helvetica Neue"/>
              </a:defRPr>
            </a:defPPr>
            <a:lvl1pPr>
              <a:defRPr sz="2025" b="0">
                <a:solidFill>
                  <a:srgbClr val="6D626B"/>
                </a:solidFill>
                <a:latin typeface="Helvetica Neue"/>
                <a:ea typeface="Helvetica Neue"/>
                <a:cs typeface="Helvetica Neue"/>
              </a:defRPr>
            </a:lvl1pPr>
            <a:lvl2pPr>
              <a:defRPr sz="2025" b="0">
                <a:solidFill>
                  <a:srgbClr val="6D626B"/>
                </a:solidFill>
                <a:latin typeface="Helvetica Neue"/>
                <a:ea typeface="Helvetica Neue"/>
                <a:cs typeface="Helvetica Neue"/>
              </a:defRPr>
            </a:lvl2pPr>
            <a:lvl3pPr>
              <a:defRPr sz="2025" b="0">
                <a:solidFill>
                  <a:srgbClr val="6D626B"/>
                </a:solidFill>
                <a:latin typeface="Helvetica Neue"/>
                <a:ea typeface="Helvetica Neue"/>
                <a:cs typeface="Helvetica Neue"/>
              </a:defRPr>
            </a:lvl3pPr>
            <a:lvl4pPr>
              <a:defRPr sz="2025" b="0">
                <a:solidFill>
                  <a:srgbClr val="6D626B"/>
                </a:solidFill>
                <a:latin typeface="Helvetica Neue"/>
                <a:ea typeface="Helvetica Neue"/>
                <a:cs typeface="Helvetica Neue"/>
              </a:defRPr>
            </a:lvl4pPr>
            <a:lvl5pPr>
              <a:defRPr sz="2025" b="0">
                <a:solidFill>
                  <a:srgbClr val="6D626B"/>
                </a:solidFill>
                <a:latin typeface="Helvetica Neue"/>
                <a:ea typeface="Helvetica Neue"/>
                <a:cs typeface="Helvetica Neue"/>
              </a:defRPr>
            </a:lvl5pPr>
            <a:lvl6pPr>
              <a:defRPr sz="2025" b="0">
                <a:solidFill>
                  <a:srgbClr val="6D626B"/>
                </a:solidFill>
                <a:latin typeface="Helvetica Neue"/>
                <a:ea typeface="Helvetica Neue"/>
                <a:cs typeface="Helvetica Neue"/>
              </a:defRPr>
            </a:lvl6pPr>
            <a:lvl7pPr>
              <a:defRPr sz="2025" b="0">
                <a:solidFill>
                  <a:srgbClr val="6D626B"/>
                </a:solidFill>
                <a:latin typeface="Helvetica Neue"/>
                <a:ea typeface="Helvetica Neue"/>
                <a:cs typeface="Helvetica Neue"/>
              </a:defRPr>
            </a:lvl7pPr>
            <a:lvl8pPr>
              <a:defRPr sz="2025" b="0">
                <a:solidFill>
                  <a:srgbClr val="6D626B"/>
                </a:solidFill>
                <a:latin typeface="Helvetica Neue"/>
                <a:ea typeface="Helvetica Neue"/>
                <a:cs typeface="Helvetica Neue"/>
              </a:defRPr>
            </a:lvl8pPr>
            <a:lvl9pPr>
              <a:defRPr sz="2025" b="0">
                <a:solidFill>
                  <a:srgbClr val="6D626B"/>
                </a:solidFill>
                <a:latin typeface="Helvetica Neue"/>
                <a:ea typeface="Helvetica Neue"/>
                <a:cs typeface="Helvetica Neue"/>
              </a:defRPr>
            </a:lvl9pPr>
          </a:lstStyle>
          <a:p xmlns:a="http://schemas.openxmlformats.org/drawingml/2006/main">
            <a:pPr>
              <a:defRPr sz="2025" b="0">
                <a:solidFill>
                  <a:srgbClr val="6D626B"/>
                </a:solidFill>
                <a:latin typeface="Helvetica Neue"/>
                <a:ea typeface="Helvetica Neue"/>
                <a:cs typeface="Helvetica Neue"/>
              </a:defRPr>
            </a:pPr>
            <a:r>
              <a:rPr sz="2025" b="0">
                <a:solidFill>
                  <a:srgbClr val="6D626B"/>
                </a:solidFill>
                <a:latin typeface="Helvetica Neue"/>
                <a:ea typeface="Helvetica Neue"/>
                <a:cs typeface="Helvetica Neue"/>
              </a:rPr>
              <a:t>MIT reuse and provenance are disclosed. FAQ 35 clearance remains unresolved.</a:t>
            </a:r>
          </a:p>
        </p:txBody>
      </p:sp>
      <p:sp>
        <p:nvSpPr>
          <p:cNvPr id="8" name="">
            <a:extLst xmlns:a="http://schemas.openxmlformats.org/drawingml/2006/main">
              <a:ext uri="{FF2B5EF4-FFF2-40B4-BE49-F238E27FC236}">
                <a16:creationId xmlns:a16="http://schemas.microsoft.com/office/drawing/2014/main" id="{CB5CF9D0-FEEF-4F1A-8E75-7BE537E20BBF}"/>
              </a:ext>
            </a:extLst>
          </p:cNvPr>
          <p:cNvSpPr>
            <a:spLocks xmlns:a="http://schemas.openxmlformats.org/drawingml/2006/main" noGrp="1"/>
          </p:cNvSpPr>
          <p:nvPr/>
        </p:nvSpPr>
        <p:spPr>
          <a:xfrm xmlns:a="http://schemas.openxmlformats.org/drawingml/2006/main">
            <a:off x="685800" y="39528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0151D"/>
                </a:solidFill>
                <a:latin typeface="Helvetica Neue"/>
                <a:ea typeface="Helvetica Neue"/>
                <a:cs typeface="Helvetica Neue"/>
              </a:defRPr>
            </a:defPPr>
            <a:lvl1pPr>
              <a:defRPr sz="2175" b="1">
                <a:solidFill>
                  <a:srgbClr val="20151D"/>
                </a:solidFill>
                <a:latin typeface="Helvetica Neue"/>
                <a:ea typeface="Helvetica Neue"/>
                <a:cs typeface="Helvetica Neue"/>
              </a:defRPr>
            </a:lvl1pPr>
            <a:lvl2pPr>
              <a:defRPr sz="2175" b="1">
                <a:solidFill>
                  <a:srgbClr val="20151D"/>
                </a:solidFill>
                <a:latin typeface="Helvetica Neue"/>
                <a:ea typeface="Helvetica Neue"/>
                <a:cs typeface="Helvetica Neue"/>
              </a:defRPr>
            </a:lvl2pPr>
            <a:lvl3pPr>
              <a:defRPr sz="2175" b="1">
                <a:solidFill>
                  <a:srgbClr val="20151D"/>
                </a:solidFill>
                <a:latin typeface="Helvetica Neue"/>
                <a:ea typeface="Helvetica Neue"/>
                <a:cs typeface="Helvetica Neue"/>
              </a:defRPr>
            </a:lvl3pPr>
            <a:lvl4pPr>
              <a:defRPr sz="2175" b="1">
                <a:solidFill>
                  <a:srgbClr val="20151D"/>
                </a:solidFill>
                <a:latin typeface="Helvetica Neue"/>
                <a:ea typeface="Helvetica Neue"/>
                <a:cs typeface="Helvetica Neue"/>
              </a:defRPr>
            </a:lvl4pPr>
            <a:lvl5pPr>
              <a:defRPr sz="2175" b="1">
                <a:solidFill>
                  <a:srgbClr val="20151D"/>
                </a:solidFill>
                <a:latin typeface="Helvetica Neue"/>
                <a:ea typeface="Helvetica Neue"/>
                <a:cs typeface="Helvetica Neue"/>
              </a:defRPr>
            </a:lvl5pPr>
            <a:lvl6pPr>
              <a:defRPr sz="2175" b="1">
                <a:solidFill>
                  <a:srgbClr val="20151D"/>
                </a:solidFill>
                <a:latin typeface="Helvetica Neue"/>
                <a:ea typeface="Helvetica Neue"/>
                <a:cs typeface="Helvetica Neue"/>
              </a:defRPr>
            </a:lvl6pPr>
            <a:lvl7pPr>
              <a:defRPr sz="2175" b="1">
                <a:solidFill>
                  <a:srgbClr val="20151D"/>
                </a:solidFill>
                <a:latin typeface="Helvetica Neue"/>
                <a:ea typeface="Helvetica Neue"/>
                <a:cs typeface="Helvetica Neue"/>
              </a:defRPr>
            </a:lvl7pPr>
            <a:lvl8pPr>
              <a:defRPr sz="2175" b="1">
                <a:solidFill>
                  <a:srgbClr val="20151D"/>
                </a:solidFill>
                <a:latin typeface="Helvetica Neue"/>
                <a:ea typeface="Helvetica Neue"/>
                <a:cs typeface="Helvetica Neue"/>
              </a:defRPr>
            </a:lvl8pPr>
            <a:lvl9pPr>
              <a:defRPr sz="2175" b="1">
                <a:solidFill>
                  <a:srgbClr val="20151D"/>
                </a:solidFill>
                <a:latin typeface="Helvetica Neue"/>
                <a:ea typeface="Helvetica Neue"/>
                <a:cs typeface="Helvetica Neue"/>
              </a:defRPr>
            </a:lvl9pPr>
          </a:lstStyle>
          <a:p xmlns:a="http://schemas.openxmlformats.org/drawingml/2006/main">
            <a:pPr>
              <a:defRPr sz="2175" b="1">
                <a:solidFill>
                  <a:srgbClr val="20151D"/>
                </a:solidFill>
                <a:latin typeface="Helvetica Neue"/>
                <a:ea typeface="Helvetica Neue"/>
                <a:cs typeface="Helvetica Neue"/>
              </a:defRPr>
            </a:pPr>
            <a:r>
              <a:rPr sz="2175" b="1">
                <a:solidFill>
                  <a:srgbClr val="20151D"/>
                </a:solidFill>
                <a:latin typeface="Helvetica Neue"/>
                <a:ea typeface="Helvetica Neue"/>
                <a:cs typeface="Helvetica Neue"/>
              </a:rPr>
              <a:t>Does it send video to cloud AI?</a:t>
            </a:r>
          </a:p>
        </p:txBody>
      </p:sp>
      <p:sp>
        <p:nvSpPr>
          <p:cNvPr id="9" name="">
            <a:extLst xmlns:a="http://schemas.openxmlformats.org/drawingml/2006/main">
              <a:ext uri="{FF2B5EF4-FFF2-40B4-BE49-F238E27FC236}">
                <a16:creationId xmlns:a16="http://schemas.microsoft.com/office/drawing/2014/main" id="{716E8C0E-F12C-4CF3-9401-433441DDCA34}"/>
              </a:ext>
            </a:extLst>
          </p:cNvPr>
          <p:cNvSpPr>
            <a:spLocks xmlns:a="http://schemas.openxmlformats.org/drawingml/2006/main" noGrp="1"/>
          </p:cNvSpPr>
          <p:nvPr/>
        </p:nvSpPr>
        <p:spPr>
          <a:xfrm xmlns:a="http://schemas.openxmlformats.org/drawingml/2006/main">
            <a:off x="685800" y="4381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6D626B"/>
                </a:solidFill>
                <a:latin typeface="Helvetica Neue"/>
                <a:ea typeface="Helvetica Neue"/>
                <a:cs typeface="Helvetica Neue"/>
              </a:defRPr>
            </a:defPPr>
            <a:lvl1pPr>
              <a:defRPr sz="2025" b="0">
                <a:solidFill>
                  <a:srgbClr val="6D626B"/>
                </a:solidFill>
                <a:latin typeface="Helvetica Neue"/>
                <a:ea typeface="Helvetica Neue"/>
                <a:cs typeface="Helvetica Neue"/>
              </a:defRPr>
            </a:lvl1pPr>
            <a:lvl2pPr>
              <a:defRPr sz="2025" b="0">
                <a:solidFill>
                  <a:srgbClr val="6D626B"/>
                </a:solidFill>
                <a:latin typeface="Helvetica Neue"/>
                <a:ea typeface="Helvetica Neue"/>
                <a:cs typeface="Helvetica Neue"/>
              </a:defRPr>
            </a:lvl2pPr>
            <a:lvl3pPr>
              <a:defRPr sz="2025" b="0">
                <a:solidFill>
                  <a:srgbClr val="6D626B"/>
                </a:solidFill>
                <a:latin typeface="Helvetica Neue"/>
                <a:ea typeface="Helvetica Neue"/>
                <a:cs typeface="Helvetica Neue"/>
              </a:defRPr>
            </a:lvl3pPr>
            <a:lvl4pPr>
              <a:defRPr sz="2025" b="0">
                <a:solidFill>
                  <a:srgbClr val="6D626B"/>
                </a:solidFill>
                <a:latin typeface="Helvetica Neue"/>
                <a:ea typeface="Helvetica Neue"/>
                <a:cs typeface="Helvetica Neue"/>
              </a:defRPr>
            </a:lvl4pPr>
            <a:lvl5pPr>
              <a:defRPr sz="2025" b="0">
                <a:solidFill>
                  <a:srgbClr val="6D626B"/>
                </a:solidFill>
                <a:latin typeface="Helvetica Neue"/>
                <a:ea typeface="Helvetica Neue"/>
                <a:cs typeface="Helvetica Neue"/>
              </a:defRPr>
            </a:lvl5pPr>
            <a:lvl6pPr>
              <a:defRPr sz="2025" b="0">
                <a:solidFill>
                  <a:srgbClr val="6D626B"/>
                </a:solidFill>
                <a:latin typeface="Helvetica Neue"/>
                <a:ea typeface="Helvetica Neue"/>
                <a:cs typeface="Helvetica Neue"/>
              </a:defRPr>
            </a:lvl6pPr>
            <a:lvl7pPr>
              <a:defRPr sz="2025" b="0">
                <a:solidFill>
                  <a:srgbClr val="6D626B"/>
                </a:solidFill>
                <a:latin typeface="Helvetica Neue"/>
                <a:ea typeface="Helvetica Neue"/>
                <a:cs typeface="Helvetica Neue"/>
              </a:defRPr>
            </a:lvl7pPr>
            <a:lvl8pPr>
              <a:defRPr sz="2025" b="0">
                <a:solidFill>
                  <a:srgbClr val="6D626B"/>
                </a:solidFill>
                <a:latin typeface="Helvetica Neue"/>
                <a:ea typeface="Helvetica Neue"/>
                <a:cs typeface="Helvetica Neue"/>
              </a:defRPr>
            </a:lvl8pPr>
            <a:lvl9pPr>
              <a:defRPr sz="2025" b="0">
                <a:solidFill>
                  <a:srgbClr val="6D626B"/>
                </a:solidFill>
                <a:latin typeface="Helvetica Neue"/>
                <a:ea typeface="Helvetica Neue"/>
                <a:cs typeface="Helvetica Neue"/>
              </a:defRPr>
            </a:lvl9pPr>
          </a:lstStyle>
          <a:p xmlns:a="http://schemas.openxmlformats.org/drawingml/2006/main">
            <a:pPr>
              <a:defRPr sz="2025" b="0">
                <a:solidFill>
                  <a:srgbClr val="6D626B"/>
                </a:solidFill>
                <a:latin typeface="Helvetica Neue"/>
                <a:ea typeface="Helvetica Neue"/>
                <a:cs typeface="Helvetica Neue"/>
              </a:defRPr>
            </a:pPr>
            <a:r>
              <a:rPr sz="2025" b="0">
                <a:solidFill>
                  <a:srgbClr val="6D626B"/>
                </a:solidFill>
                <a:latin typeface="Helvetica Neue"/>
                <a:ea typeface="Helvetica Neue"/>
                <a:cs typeface="Helvetica Neue"/>
              </a:rPr>
              <a:t>No. Models load local weights. Inference and intermediate descriptions stay inside the service.</a:t>
            </a:r>
          </a:p>
        </p:txBody>
      </p:sp>
      <p:sp>
        <p:nvSpPr>
          <p:cNvPr id="10" name="">
            <a:extLst xmlns:a="http://schemas.openxmlformats.org/drawingml/2006/main">
              <a:ext uri="{FF2B5EF4-FFF2-40B4-BE49-F238E27FC236}">
                <a16:creationId xmlns:a16="http://schemas.microsoft.com/office/drawing/2014/main" id="{0F2A3D94-ADF7-4CBF-82AE-9266002DA3DD}"/>
              </a:ext>
            </a:extLst>
          </p:cNvPr>
          <p:cNvSpPr>
            <a:spLocks xmlns:a="http://schemas.openxmlformats.org/drawingml/2006/main" noGrp="1"/>
          </p:cNvSpPr>
          <p:nvPr/>
        </p:nvSpPr>
        <p:spPr>
          <a:xfrm xmlns:a="http://schemas.openxmlformats.org/drawingml/2006/main">
            <a:off x="685800" y="50863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0151D"/>
                </a:solidFill>
                <a:latin typeface="Helvetica Neue"/>
                <a:ea typeface="Helvetica Neue"/>
                <a:cs typeface="Helvetica Neue"/>
              </a:defRPr>
            </a:defPPr>
            <a:lvl1pPr>
              <a:defRPr sz="2175" b="1">
                <a:solidFill>
                  <a:srgbClr val="20151D"/>
                </a:solidFill>
                <a:latin typeface="Helvetica Neue"/>
                <a:ea typeface="Helvetica Neue"/>
                <a:cs typeface="Helvetica Neue"/>
              </a:defRPr>
            </a:lvl1pPr>
            <a:lvl2pPr>
              <a:defRPr sz="2175" b="1">
                <a:solidFill>
                  <a:srgbClr val="20151D"/>
                </a:solidFill>
                <a:latin typeface="Helvetica Neue"/>
                <a:ea typeface="Helvetica Neue"/>
                <a:cs typeface="Helvetica Neue"/>
              </a:defRPr>
            </a:lvl2pPr>
            <a:lvl3pPr>
              <a:defRPr sz="2175" b="1">
                <a:solidFill>
                  <a:srgbClr val="20151D"/>
                </a:solidFill>
                <a:latin typeface="Helvetica Neue"/>
                <a:ea typeface="Helvetica Neue"/>
                <a:cs typeface="Helvetica Neue"/>
              </a:defRPr>
            </a:lvl3pPr>
            <a:lvl4pPr>
              <a:defRPr sz="2175" b="1">
                <a:solidFill>
                  <a:srgbClr val="20151D"/>
                </a:solidFill>
                <a:latin typeface="Helvetica Neue"/>
                <a:ea typeface="Helvetica Neue"/>
                <a:cs typeface="Helvetica Neue"/>
              </a:defRPr>
            </a:lvl4pPr>
            <a:lvl5pPr>
              <a:defRPr sz="2175" b="1">
                <a:solidFill>
                  <a:srgbClr val="20151D"/>
                </a:solidFill>
                <a:latin typeface="Helvetica Neue"/>
                <a:ea typeface="Helvetica Neue"/>
                <a:cs typeface="Helvetica Neue"/>
              </a:defRPr>
            </a:lvl5pPr>
            <a:lvl6pPr>
              <a:defRPr sz="2175" b="1">
                <a:solidFill>
                  <a:srgbClr val="20151D"/>
                </a:solidFill>
                <a:latin typeface="Helvetica Neue"/>
                <a:ea typeface="Helvetica Neue"/>
                <a:cs typeface="Helvetica Neue"/>
              </a:defRPr>
            </a:lvl6pPr>
            <a:lvl7pPr>
              <a:defRPr sz="2175" b="1">
                <a:solidFill>
                  <a:srgbClr val="20151D"/>
                </a:solidFill>
                <a:latin typeface="Helvetica Neue"/>
                <a:ea typeface="Helvetica Neue"/>
                <a:cs typeface="Helvetica Neue"/>
              </a:defRPr>
            </a:lvl7pPr>
            <a:lvl8pPr>
              <a:defRPr sz="2175" b="1">
                <a:solidFill>
                  <a:srgbClr val="20151D"/>
                </a:solidFill>
                <a:latin typeface="Helvetica Neue"/>
                <a:ea typeface="Helvetica Neue"/>
                <a:cs typeface="Helvetica Neue"/>
              </a:defRPr>
            </a:lvl8pPr>
            <a:lvl9pPr>
              <a:defRPr sz="2175" b="1">
                <a:solidFill>
                  <a:srgbClr val="20151D"/>
                </a:solidFill>
                <a:latin typeface="Helvetica Neue"/>
                <a:ea typeface="Helvetica Neue"/>
                <a:cs typeface="Helvetica Neue"/>
              </a:defRPr>
            </a:lvl9pPr>
          </a:lstStyle>
          <a:p xmlns:a="http://schemas.openxmlformats.org/drawingml/2006/main">
            <a:pPr>
              <a:defRPr sz="2175" b="1">
                <a:solidFill>
                  <a:srgbClr val="20151D"/>
                </a:solidFill>
                <a:latin typeface="Helvetica Neue"/>
                <a:ea typeface="Helvetica Neue"/>
                <a:cs typeface="Helvetica Neue"/>
              </a:defRPr>
            </a:pPr>
            <a:r>
              <a:rPr sz="2175" b="1">
                <a:solidFill>
                  <a:srgbClr val="20151D"/>
                </a:solidFill>
                <a:latin typeface="Helvetica Neue"/>
                <a:ea typeface="Helvetica Neue"/>
                <a:cs typeface="Helvetica Neue"/>
              </a:rPr>
              <a:t>Is it ready for remote judging?</a:t>
            </a:r>
          </a:p>
        </p:txBody>
      </p:sp>
      <p:sp>
        <p:nvSpPr>
          <p:cNvPr id="11" name="">
            <a:extLst xmlns:a="http://schemas.openxmlformats.org/drawingml/2006/main">
              <a:ext uri="{FF2B5EF4-FFF2-40B4-BE49-F238E27FC236}">
                <a16:creationId xmlns:a16="http://schemas.microsoft.com/office/drawing/2014/main" id="{D5051C2F-8F8F-432A-895F-9B515440F670}"/>
              </a:ext>
            </a:extLst>
          </p:cNvPr>
          <p:cNvSpPr>
            <a:spLocks xmlns:a="http://schemas.openxmlformats.org/drawingml/2006/main" noGrp="1"/>
          </p:cNvSpPr>
          <p:nvPr/>
        </p:nvSpPr>
        <p:spPr>
          <a:xfrm xmlns:a="http://schemas.openxmlformats.org/drawingml/2006/main">
            <a:off x="685800" y="55149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6D626B"/>
                </a:solidFill>
                <a:latin typeface="Helvetica Neue"/>
                <a:ea typeface="Helvetica Neue"/>
                <a:cs typeface="Helvetica Neue"/>
              </a:defRPr>
            </a:defPPr>
            <a:lvl1pPr>
              <a:defRPr sz="2025" b="0">
                <a:solidFill>
                  <a:srgbClr val="6D626B"/>
                </a:solidFill>
                <a:latin typeface="Helvetica Neue"/>
                <a:ea typeface="Helvetica Neue"/>
                <a:cs typeface="Helvetica Neue"/>
              </a:defRPr>
            </a:lvl1pPr>
            <a:lvl2pPr>
              <a:defRPr sz="2025" b="0">
                <a:solidFill>
                  <a:srgbClr val="6D626B"/>
                </a:solidFill>
                <a:latin typeface="Helvetica Neue"/>
                <a:ea typeface="Helvetica Neue"/>
                <a:cs typeface="Helvetica Neue"/>
              </a:defRPr>
            </a:lvl2pPr>
            <a:lvl3pPr>
              <a:defRPr sz="2025" b="0">
                <a:solidFill>
                  <a:srgbClr val="6D626B"/>
                </a:solidFill>
                <a:latin typeface="Helvetica Neue"/>
                <a:ea typeface="Helvetica Neue"/>
                <a:cs typeface="Helvetica Neue"/>
              </a:defRPr>
            </a:lvl3pPr>
            <a:lvl4pPr>
              <a:defRPr sz="2025" b="0">
                <a:solidFill>
                  <a:srgbClr val="6D626B"/>
                </a:solidFill>
                <a:latin typeface="Helvetica Neue"/>
                <a:ea typeface="Helvetica Neue"/>
                <a:cs typeface="Helvetica Neue"/>
              </a:defRPr>
            </a:lvl4pPr>
            <a:lvl5pPr>
              <a:defRPr sz="2025" b="0">
                <a:solidFill>
                  <a:srgbClr val="6D626B"/>
                </a:solidFill>
                <a:latin typeface="Helvetica Neue"/>
                <a:ea typeface="Helvetica Neue"/>
                <a:cs typeface="Helvetica Neue"/>
              </a:defRPr>
            </a:lvl5pPr>
            <a:lvl6pPr>
              <a:defRPr sz="2025" b="0">
                <a:solidFill>
                  <a:srgbClr val="6D626B"/>
                </a:solidFill>
                <a:latin typeface="Helvetica Neue"/>
                <a:ea typeface="Helvetica Neue"/>
                <a:cs typeface="Helvetica Neue"/>
              </a:defRPr>
            </a:lvl6pPr>
            <a:lvl7pPr>
              <a:defRPr sz="2025" b="0">
                <a:solidFill>
                  <a:srgbClr val="6D626B"/>
                </a:solidFill>
                <a:latin typeface="Helvetica Neue"/>
                <a:ea typeface="Helvetica Neue"/>
                <a:cs typeface="Helvetica Neue"/>
              </a:defRPr>
            </a:lvl7pPr>
            <a:lvl8pPr>
              <a:defRPr sz="2025" b="0">
                <a:solidFill>
                  <a:srgbClr val="6D626B"/>
                </a:solidFill>
                <a:latin typeface="Helvetica Neue"/>
                <a:ea typeface="Helvetica Neue"/>
                <a:cs typeface="Helvetica Neue"/>
              </a:defRPr>
            </a:lvl8pPr>
            <a:lvl9pPr>
              <a:defRPr sz="2025" b="0">
                <a:solidFill>
                  <a:srgbClr val="6D626B"/>
                </a:solidFill>
                <a:latin typeface="Helvetica Neue"/>
                <a:ea typeface="Helvetica Neue"/>
                <a:cs typeface="Helvetica Neue"/>
              </a:defRPr>
            </a:lvl9pPr>
          </a:lstStyle>
          <a:p xmlns:a="http://schemas.openxmlformats.org/drawingml/2006/main">
            <a:pPr>
              <a:defRPr sz="2025" b="0">
                <a:solidFill>
                  <a:srgbClr val="6D626B"/>
                </a:solidFill>
                <a:latin typeface="Helvetica Neue"/>
                <a:ea typeface="Helvetica Neue"/>
                <a:cs typeface="Helvetica Neue"/>
              </a:defRPr>
            </a:pPr>
            <a:r>
              <a:rPr sz="2025" b="0">
                <a:solidFill>
                  <a:srgbClr val="6D626B"/>
                </a:solidFill>
                <a:latin typeface="Helvetica Neue"/>
                <a:ea typeface="Helvetica Neue"/>
                <a:cs typeface="Helvetica Neue"/>
              </a:rPr>
              <a:t>The API is implemented. A public GPU host, HTTPS checks and a private jury handoff are still required.</a:t>
            </a:r>
          </a:p>
        </p:txBody>
      </p:sp>
    </p:spTree>
    <p:extLst>
      <p:ext uri="{BB962C8B-B14F-4D97-AF65-F5344CB8AC3E}">
        <p14:creationId xmlns:p14="http://schemas.microsoft.com/office/powerpoint/2010/main" val="6173111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2026-10-18T06:16:25.4250000Z</dcterms:created>
  <dcterms:modified xsi:type="dcterms:W3CDTF">2026-10-18T06:16:25.4250000Z</dcterms:modified>
</coreProperties>
</file>